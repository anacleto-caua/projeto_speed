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>
        <p:scale>
          <a:sx n="50" d="100"/>
          <a:sy n="50" d="100"/>
        </p:scale>
        <p:origin x="150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DD65-F8BE-47DC-AF04-7F1B7357E4E6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0DD31-16BE-4D8F-8402-BFB20CBC3C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0920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DD65-F8BE-47DC-AF04-7F1B7357E4E6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0DD31-16BE-4D8F-8402-BFB20CBC3C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239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DD65-F8BE-47DC-AF04-7F1B7357E4E6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0DD31-16BE-4D8F-8402-BFB20CBC3C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703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DD65-F8BE-47DC-AF04-7F1B7357E4E6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0DD31-16BE-4D8F-8402-BFB20CBC3C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5248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DD65-F8BE-47DC-AF04-7F1B7357E4E6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0DD31-16BE-4D8F-8402-BFB20CBC3C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336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DD65-F8BE-47DC-AF04-7F1B7357E4E6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0DD31-16BE-4D8F-8402-BFB20CBC3C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02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DD65-F8BE-47DC-AF04-7F1B7357E4E6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0DD31-16BE-4D8F-8402-BFB20CBC3C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869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DD65-F8BE-47DC-AF04-7F1B7357E4E6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0DD31-16BE-4D8F-8402-BFB20CBC3C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861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DD65-F8BE-47DC-AF04-7F1B7357E4E6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0DD31-16BE-4D8F-8402-BFB20CBC3C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653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DD65-F8BE-47DC-AF04-7F1B7357E4E6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0DD31-16BE-4D8F-8402-BFB20CBC3C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023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5DD65-F8BE-47DC-AF04-7F1B7357E4E6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0DD31-16BE-4D8F-8402-BFB20CBC3C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813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5DD65-F8BE-47DC-AF04-7F1B7357E4E6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0DD31-16BE-4D8F-8402-BFB20CBC3C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5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26" Type="http://schemas.openxmlformats.org/officeDocument/2006/relationships/image" Target="../media/image42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29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28" Type="http://schemas.openxmlformats.org/officeDocument/2006/relationships/image" Target="../media/image44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Relationship Id="rId27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/>
          <p:cNvGrpSpPr/>
          <p:nvPr/>
        </p:nvGrpSpPr>
        <p:grpSpPr>
          <a:xfrm>
            <a:off x="1357312" y="0"/>
            <a:ext cx="10481370" cy="6591300"/>
            <a:chOff x="1357312" y="0"/>
            <a:chExt cx="10481370" cy="6591300"/>
          </a:xfrm>
        </p:grpSpPr>
        <p:grpSp>
          <p:nvGrpSpPr>
            <p:cNvPr id="2" name="Agrupar 1"/>
            <p:cNvGrpSpPr/>
            <p:nvPr/>
          </p:nvGrpSpPr>
          <p:grpSpPr>
            <a:xfrm>
              <a:off x="1357312" y="0"/>
              <a:ext cx="6631253" cy="6591300"/>
              <a:chOff x="1357312" y="0"/>
              <a:chExt cx="6631253" cy="6591300"/>
            </a:xfrm>
          </p:grpSpPr>
          <p:pic>
            <p:nvPicPr>
              <p:cNvPr id="5" name="Imagem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57312" y="0"/>
                <a:ext cx="6418853" cy="659130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CaixaDeTexto 5"/>
                  <p:cNvSpPr txBox="1"/>
                  <p:nvPr/>
                </p:nvSpPr>
                <p:spPr>
                  <a:xfrm>
                    <a:off x="4770120" y="5913120"/>
                    <a:ext cx="33342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6" name="CaixaDeTexto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70120" y="5913120"/>
                    <a:ext cx="333425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6667" r="-1851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CaixaDeTexto 6"/>
                  <p:cNvSpPr txBox="1"/>
                  <p:nvPr/>
                </p:nvSpPr>
                <p:spPr>
                  <a:xfrm>
                    <a:off x="4770119" y="5636121"/>
                    <a:ext cx="33342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7" name="CaixaDeTexto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70119" y="5636121"/>
                    <a:ext cx="333425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4545" r="-18182" b="-6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CaixaDeTexto 7"/>
                  <p:cNvSpPr txBox="1"/>
                  <p:nvPr/>
                </p:nvSpPr>
                <p:spPr>
                  <a:xfrm>
                    <a:off x="4770118" y="5373439"/>
                    <a:ext cx="33342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8" name="CaixaDeTexto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70118" y="5373439"/>
                    <a:ext cx="333425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4545" r="-18182" b="-6522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CaixaDeTexto 8"/>
                  <p:cNvSpPr txBox="1"/>
                  <p:nvPr/>
                </p:nvSpPr>
                <p:spPr>
                  <a:xfrm>
                    <a:off x="3528058" y="1395799"/>
                    <a:ext cx="33342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9" name="CaixaDeTexto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28058" y="1395799"/>
                    <a:ext cx="333425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6667" r="-18519" b="-6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CaixaDeTexto 9"/>
                  <p:cNvSpPr txBox="1"/>
                  <p:nvPr/>
                </p:nvSpPr>
                <p:spPr>
                  <a:xfrm>
                    <a:off x="3861483" y="1395798"/>
                    <a:ext cx="33342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10" name="CaixaDeTexto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61483" y="1395798"/>
                    <a:ext cx="333425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4545" r="-18182" b="-6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CaixaDeTexto 10"/>
                  <p:cNvSpPr txBox="1"/>
                  <p:nvPr/>
                </p:nvSpPr>
                <p:spPr>
                  <a:xfrm>
                    <a:off x="1918383" y="2028258"/>
                    <a:ext cx="121347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11" name="CaixaDeTexto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18383" y="2028258"/>
                    <a:ext cx="1213474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523" r="-4020" b="-6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CaixaDeTexto 11"/>
                  <p:cNvSpPr txBox="1"/>
                  <p:nvPr/>
                </p:nvSpPr>
                <p:spPr>
                  <a:xfrm>
                    <a:off x="1697403" y="3030081"/>
                    <a:ext cx="151862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𝑥𝑥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12" name="CaixaDeTexto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7403" y="3030081"/>
                    <a:ext cx="1518621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600" r="-3200" b="-6522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CaixaDeTexto 12"/>
                  <p:cNvSpPr txBox="1"/>
                  <p:nvPr/>
                </p:nvSpPr>
                <p:spPr>
                  <a:xfrm>
                    <a:off x="5956983" y="3030081"/>
                    <a:ext cx="159819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11 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9 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13" name="CaixaDeTexto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56983" y="3030081"/>
                    <a:ext cx="1598193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053" r="-3435" b="-6522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CaixaDeTexto 13"/>
                  <p:cNvSpPr txBox="1"/>
                  <p:nvPr/>
                </p:nvSpPr>
                <p:spPr>
                  <a:xfrm>
                    <a:off x="5956983" y="2032275"/>
                    <a:ext cx="2031582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13 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15 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𝑥𝑥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16 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14" name="CaixaDeTexto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56983" y="2032275"/>
                    <a:ext cx="2031582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102" r="-2703" b="-6522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CaixaDeTexto 14"/>
                  <p:cNvSpPr txBox="1"/>
                  <p:nvPr/>
                </p:nvSpPr>
                <p:spPr>
                  <a:xfrm>
                    <a:off x="6010323" y="5774620"/>
                    <a:ext cx="172643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19 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18 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17 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15" name="CaixaDeTexto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10323" y="5774620"/>
                    <a:ext cx="1726435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827" r="-2827" b="-6522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CaixaDeTexto 15"/>
                  <p:cNvSpPr txBox="1"/>
                  <p:nvPr/>
                </p:nvSpPr>
                <p:spPr>
                  <a:xfrm>
                    <a:off x="5956983" y="4773002"/>
                    <a:ext cx="198028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21 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23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𝑥𝑥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24 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16" name="CaixaDeTexto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56983" y="4773002"/>
                    <a:ext cx="1980286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154" r="-2462" b="-6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CaixaDeTexto 16"/>
                  <p:cNvSpPr txBox="1"/>
                  <p:nvPr/>
                </p:nvSpPr>
                <p:spPr>
                  <a:xfrm>
                    <a:off x="1801623" y="4679809"/>
                    <a:ext cx="172643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27 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26 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25 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28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17" name="CaixaDeTexto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1623" y="4679809"/>
                    <a:ext cx="1726435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827" r="-2827" b="-8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CaixaDeTexto 17"/>
                  <p:cNvSpPr txBox="1"/>
                  <p:nvPr/>
                </p:nvSpPr>
                <p:spPr>
                  <a:xfrm>
                    <a:off x="1674697" y="5650438"/>
                    <a:ext cx="198028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29 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𝑥𝑥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32 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18" name="CaixaDeTexto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4697" y="5650438"/>
                    <a:ext cx="1980286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462" r="-2154" b="-6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CaixaDeTexto 18"/>
                  <p:cNvSpPr txBox="1"/>
                  <p:nvPr/>
                </p:nvSpPr>
                <p:spPr>
                  <a:xfrm>
                    <a:off x="2111803" y="1395798"/>
                    <a:ext cx="553037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  −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19" name="CaixaDeTexto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11803" y="1395798"/>
                    <a:ext cx="553037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7692" r="-2198" b="-6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CaixaDeTexto 19"/>
                  <p:cNvSpPr txBox="1"/>
                  <p:nvPr/>
                </p:nvSpPr>
                <p:spPr>
                  <a:xfrm>
                    <a:off x="1726375" y="1406512"/>
                    <a:ext cx="38401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>
              <p:sp>
                <p:nvSpPr>
                  <p:cNvPr id="20" name="CaixaDeTexto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26375" y="1406512"/>
                    <a:ext cx="384016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15873" r="-14286" b="-8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CaixaDeTexto 20"/>
              <p:cNvSpPr txBox="1"/>
              <p:nvPr/>
            </p:nvSpPr>
            <p:spPr>
              <a:xfrm rot="16200000">
                <a:off x="1465633" y="405879"/>
                <a:ext cx="9489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pt-BR" b="0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GND LEDS</a:t>
                </a:r>
                <a:endParaRPr lang="pt-BR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CaixaDeTexto 2"/>
                <p:cNvSpPr txBox="1"/>
                <p:nvPr/>
              </p:nvSpPr>
              <p:spPr>
                <a:xfrm>
                  <a:off x="8461154" y="1572604"/>
                  <a:ext cx="3377528" cy="67710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44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𝑷𝑳𝑨𝑪𝑨</m:t>
                        </m:r>
                        <m:r>
                          <a:rPr lang="pt-BR" sz="44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44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𝑴𝑼𝑿</m:t>
                        </m:r>
                      </m:oMath>
                    </m:oMathPara>
                  </a14:m>
                  <a:endParaRPr lang="pt-BR" sz="4400" b="1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" name="CaixaDeTexto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1154" y="1572604"/>
                  <a:ext cx="3377528" cy="67710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33969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/>
          <p:cNvGrpSpPr/>
          <p:nvPr/>
        </p:nvGrpSpPr>
        <p:grpSpPr>
          <a:xfrm>
            <a:off x="940527" y="16962"/>
            <a:ext cx="10803193" cy="6841037"/>
            <a:chOff x="940527" y="16962"/>
            <a:chExt cx="10803193" cy="6841037"/>
          </a:xfrm>
        </p:grpSpPr>
        <p:grpSp>
          <p:nvGrpSpPr>
            <p:cNvPr id="2" name="Agrupar 1"/>
            <p:cNvGrpSpPr/>
            <p:nvPr/>
          </p:nvGrpSpPr>
          <p:grpSpPr>
            <a:xfrm>
              <a:off x="940527" y="16962"/>
              <a:ext cx="9651407" cy="6841037"/>
              <a:chOff x="940527" y="16962"/>
              <a:chExt cx="9651407" cy="6841037"/>
            </a:xfrm>
          </p:grpSpPr>
          <p:pic>
            <p:nvPicPr>
              <p:cNvPr id="5" name="Imagem 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5400000">
                <a:off x="1719718" y="-762229"/>
                <a:ext cx="6841037" cy="8399420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CaixaDeTexto 5"/>
                  <p:cNvSpPr txBox="1"/>
                  <p:nvPr/>
                </p:nvSpPr>
                <p:spPr>
                  <a:xfrm rot="5400000">
                    <a:off x="6185263" y="345623"/>
                    <a:ext cx="681277" cy="55399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𝐿𝐶𝐷</m:t>
                          </m:r>
                        </m:oMath>
                      </m:oMathPara>
                    </a14:m>
                    <a:endParaRPr lang="pt-BR" b="0" i="1" dirty="0" smtClean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oMath>
                      </m:oMathPara>
                    </a14:m>
                    <a:endParaRPr lang="pt-BR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" name="CaixaDeTexto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6185263" y="345623"/>
                    <a:ext cx="681277" cy="55399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297" t="-8036" b="-803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CaixaDeTexto 6"/>
                  <p:cNvSpPr txBox="1"/>
                  <p:nvPr/>
                </p:nvSpPr>
                <p:spPr>
                  <a:xfrm rot="5400000">
                    <a:off x="2703867" y="521554"/>
                    <a:ext cx="946093" cy="55399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𝐿𝐶𝐷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     </m:t>
                          </m:r>
                        </m:oMath>
                      </m:oMathPara>
                    </a14:m>
                    <a:endParaRPr lang="pt-BR" b="0" i="1" dirty="0" smtClean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  <a:p>
                    <a14:m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pt-BR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6 </m:t>
                        </m:r>
                        <m:r>
                          <a:rPr lang="pt-BR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a14:m>
                    <a:r>
                      <a:rPr lang="pt-BR" dirty="0" smtClean="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a:t>7 </a:t>
                    </a:r>
                    <a:r>
                      <a:rPr lang="pt-BR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a:t>B4</a:t>
                    </a:r>
                  </a:p>
                </p:txBody>
              </p:sp>
            </mc:Choice>
            <mc:Fallback>
              <p:sp>
                <p:nvSpPr>
                  <p:cNvPr id="7" name="CaixaDeTexto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2703867" y="521554"/>
                    <a:ext cx="946093" cy="55399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5275" t="-8333" b="-14103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CaixaDeTexto 7"/>
                  <p:cNvSpPr txBox="1"/>
                  <p:nvPr/>
                </p:nvSpPr>
                <p:spPr>
                  <a:xfrm>
                    <a:off x="3148368" y="1020410"/>
                    <a:ext cx="563488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𝑀𝑈𝑋</m:t>
                          </m:r>
                        </m:oMath>
                      </m:oMathPara>
                    </a14:m>
                    <a:endParaRPr lang="pt-BR" dirty="0">
                      <a:solidFill>
                        <a:schemeClr val="accent5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8" name="CaixaDeTexto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48368" y="1020410"/>
                    <a:ext cx="563488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602" r="-9677" b="-6522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CaixaDeTexto 8"/>
                  <p:cNvSpPr txBox="1"/>
                  <p:nvPr/>
                </p:nvSpPr>
                <p:spPr>
                  <a:xfrm rot="5400000">
                    <a:off x="2872343" y="2607530"/>
                    <a:ext cx="609141" cy="55399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𝐿𝐶𝐷</m:t>
                          </m:r>
                        </m:oMath>
                      </m:oMathPara>
                    </a14:m>
                    <a:endParaRPr lang="pt-BR" b="0" i="1" dirty="0" smtClean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  <a:p>
                    <a:r>
                      <a:rPr lang="pt-BR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a:t>EN V0</a:t>
                    </a:r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9" name="CaixaDeTexto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2872343" y="2607530"/>
                    <a:ext cx="609141" cy="553998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4176" t="-23000" b="-23000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CaixaDeTexto 9"/>
                  <p:cNvSpPr txBox="1"/>
                  <p:nvPr/>
                </p:nvSpPr>
                <p:spPr>
                  <a:xfrm>
                    <a:off x="2909520" y="4104410"/>
                    <a:ext cx="802336" cy="278731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𝐵𝑂𝑇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Ã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0" name="CaixaDeTexto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9520" y="4104410"/>
                    <a:ext cx="802336" cy="27873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8333" t="-6522" r="-9091" b="-1739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CaixaDeTexto 10"/>
                  <p:cNvSpPr txBox="1"/>
                  <p:nvPr/>
                </p:nvSpPr>
                <p:spPr>
                  <a:xfrm>
                    <a:off x="2913111" y="4438311"/>
                    <a:ext cx="1597489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𝐶𝐿𝐾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𝐸𝑁𝐶𝑂𝐷𝐸𝑅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1" name="CaixaDeTexto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3111" y="4438311"/>
                    <a:ext cx="1597489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435" r="-2672" b="-869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CaixaDeTexto 11"/>
                  <p:cNvSpPr txBox="1"/>
                  <p:nvPr/>
                </p:nvSpPr>
                <p:spPr>
                  <a:xfrm>
                    <a:off x="2899914" y="4793017"/>
                    <a:ext cx="151778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𝑆𝑊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𝐸𝑁𝐶𝑂𝐷𝐸𝑅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2" name="CaixaDeTexto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9914" y="4793017"/>
                    <a:ext cx="1517787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614" r="-3213" b="-869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" name="CaixaDeTexto 12"/>
                  <p:cNvSpPr txBox="1"/>
                  <p:nvPr/>
                </p:nvSpPr>
                <p:spPr>
                  <a:xfrm>
                    <a:off x="2909520" y="5125186"/>
                    <a:ext cx="1470531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𝐷𝑇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𝐸𝑁𝐶𝑂𝐷𝐸𝑅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3" name="CaixaDeTexto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9520" y="5125186"/>
                    <a:ext cx="147053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306" r="-3306" b="-8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CaixaDeTexto 13"/>
                  <p:cNvSpPr txBox="1"/>
                  <p:nvPr/>
                </p:nvSpPr>
                <p:spPr>
                  <a:xfrm>
                    <a:off x="2909520" y="6101499"/>
                    <a:ext cx="48782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𝑃𝐺𝐶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4" name="CaixaDeTexto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09520" y="6101499"/>
                    <a:ext cx="487826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0000" r="-11250" b="-8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CaixaDeTexto 14"/>
                  <p:cNvSpPr txBox="1"/>
                  <p:nvPr/>
                </p:nvSpPr>
                <p:spPr>
                  <a:xfrm>
                    <a:off x="2899914" y="6378498"/>
                    <a:ext cx="506869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𝑃𝐺𝐷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5" name="CaixaDeTexto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99914" y="6378498"/>
                    <a:ext cx="506869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0843" r="-9639" b="-869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CaixaDeTexto 15"/>
                  <p:cNvSpPr txBox="1"/>
                  <p:nvPr/>
                </p:nvSpPr>
                <p:spPr>
                  <a:xfrm>
                    <a:off x="8739311" y="1586827"/>
                    <a:ext cx="1852623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𝐴𝑙𝑖𝑚𝑒𝑛𝑡𝑎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çã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8.4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6" name="CaixaDeTexto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39311" y="1586827"/>
                    <a:ext cx="1852623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947" r="-2303" b="-34783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CaixaDeTexto 16"/>
                  <p:cNvSpPr txBox="1"/>
                  <p:nvPr/>
                </p:nvSpPr>
                <p:spPr>
                  <a:xfrm>
                    <a:off x="8136372" y="1586827"/>
                    <a:ext cx="50013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 +</m:t>
                          </m:r>
                        </m:oMath>
                      </m:oMathPara>
                    </a14:m>
                    <a:endParaRPr lang="pt-BR" b="1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7" name="CaixaDeTexto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36372" y="1586827"/>
                    <a:ext cx="500137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439" r="-8537" b="-869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" name="CaixaDeTexto 17"/>
                  <p:cNvSpPr txBox="1"/>
                  <p:nvPr/>
                </p:nvSpPr>
                <p:spPr>
                  <a:xfrm>
                    <a:off x="6587470" y="963261"/>
                    <a:ext cx="89370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𝑀𝑈𝑋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8" name="CaixaDeTexto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7470" y="963261"/>
                    <a:ext cx="893706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6164" r="-6164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CaixaDeTexto 18"/>
                  <p:cNvSpPr txBox="1"/>
                  <p:nvPr/>
                </p:nvSpPr>
                <p:spPr>
                  <a:xfrm>
                    <a:off x="6587470" y="1271600"/>
                    <a:ext cx="848630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𝑀𝑈𝑋</m:t>
                        </m:r>
                        <m:r>
                          <a:rPr lang="pt-BR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  <a:r>
                      <a:rPr lang="pt-BR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a:t>2</a:t>
                    </a:r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9" name="CaixaDeTexto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7470" y="1271600"/>
                    <a:ext cx="848630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0072" t="-31111" r="-15827" b="-48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CaixaDeTexto 19"/>
                  <p:cNvSpPr txBox="1"/>
                  <p:nvPr/>
                </p:nvSpPr>
                <p:spPr>
                  <a:xfrm>
                    <a:off x="6632546" y="1586826"/>
                    <a:ext cx="89370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𝑀𝑈𝑋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0" name="CaixaDeTexto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32546" y="1586826"/>
                    <a:ext cx="893706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5442" r="-6122" b="-869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CaixaDeTexto 20"/>
                  <p:cNvSpPr txBox="1"/>
                  <p:nvPr/>
                </p:nvSpPr>
                <p:spPr>
                  <a:xfrm>
                    <a:off x="6587470" y="1933392"/>
                    <a:ext cx="848630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 xmlns:m="http://schemas.openxmlformats.org/officeDocument/2006/math">
                        <m:r>
                          <a:rPr lang="pt-BR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𝑀𝑈𝑋</m:t>
                        </m:r>
                        <m:r>
                          <a:rPr lang="pt-BR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  <a:r>
                      <a:rPr lang="pt-BR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a:t>0</a:t>
                    </a:r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1" name="CaixaDeTexto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7470" y="1933392"/>
                    <a:ext cx="848630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10072" t="-30435" r="-15827" b="-4782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CaixaDeTexto 21"/>
                  <p:cNvSpPr txBox="1"/>
                  <p:nvPr/>
                </p:nvSpPr>
                <p:spPr>
                  <a:xfrm>
                    <a:off x="1869487" y="1309827"/>
                    <a:ext cx="50013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 +</m:t>
                          </m:r>
                        </m:oMath>
                      </m:oMathPara>
                    </a14:m>
                    <a:endParaRPr lang="pt-BR" b="1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2" name="CaixaDeTexto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69487" y="1309827"/>
                    <a:ext cx="500137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439" r="-8537" b="-8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" name="CaixaDeTexto 22"/>
                  <p:cNvSpPr txBox="1"/>
                  <p:nvPr/>
                </p:nvSpPr>
                <p:spPr>
                  <a:xfrm>
                    <a:off x="1951239" y="996201"/>
                    <a:ext cx="336631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3" name="CaixaDeTexto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1239" y="996201"/>
                    <a:ext cx="336631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16364" r="-16364" b="-869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CaixaDeTexto 23"/>
                  <p:cNvSpPr txBox="1"/>
                  <p:nvPr/>
                </p:nvSpPr>
                <p:spPr>
                  <a:xfrm>
                    <a:off x="1920287" y="1827831"/>
                    <a:ext cx="50013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 +</m:t>
                          </m:r>
                        </m:oMath>
                      </m:oMathPara>
                    </a14:m>
                    <a:endParaRPr lang="pt-BR" b="1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4" name="CaixaDeTexto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20287" y="1827831"/>
                    <a:ext cx="500137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1220" r="-9756" b="-8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CaixaDeTexto 24"/>
                  <p:cNvSpPr txBox="1"/>
                  <p:nvPr/>
                </p:nvSpPr>
                <p:spPr>
                  <a:xfrm>
                    <a:off x="1951239" y="2279957"/>
                    <a:ext cx="50013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 +</m:t>
                          </m:r>
                        </m:oMath>
                      </m:oMathPara>
                    </a14:m>
                    <a:endParaRPr lang="pt-BR" b="1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5" name="CaixaDeTexto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1239" y="2279957"/>
                    <a:ext cx="500137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1220" r="-9756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CaixaDeTexto 25"/>
                  <p:cNvSpPr txBox="1"/>
                  <p:nvPr/>
                </p:nvSpPr>
                <p:spPr>
                  <a:xfrm rot="5400000">
                    <a:off x="1295041" y="2578681"/>
                    <a:ext cx="81137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𝐵𝐿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𝐿𝐶𝐷</m:t>
                          </m:r>
                        </m:oMath>
                      </m:oMathPara>
                    </a14:m>
                    <a:endParaRPr lang="pt-BR" b="0" i="1" dirty="0" smtClean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6" name="CaixaDeTexto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1295041" y="2578681"/>
                    <a:ext cx="811376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8696" t="-6015" b="-67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CaixaDeTexto 26"/>
                  <p:cNvSpPr txBox="1"/>
                  <p:nvPr/>
                </p:nvSpPr>
                <p:spPr>
                  <a:xfrm>
                    <a:off x="1768497" y="5455793"/>
                    <a:ext cx="60112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1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   −</m:t>
                          </m:r>
                        </m:oMath>
                      </m:oMathPara>
                    </a14:m>
                    <a:endParaRPr lang="pt-BR" b="1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7" name="CaixaDeTexto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68497" y="5455793"/>
                    <a:ext cx="601127" cy="276999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l="-8081" r="-2020" b="-8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CaixaDeTexto 27"/>
                  <p:cNvSpPr txBox="1"/>
                  <p:nvPr/>
                </p:nvSpPr>
                <p:spPr>
                  <a:xfrm>
                    <a:off x="1364098" y="5455792"/>
                    <a:ext cx="336631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8" name="CaixaDeTexto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64098" y="5455792"/>
                    <a:ext cx="336631" cy="276999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16364" r="-16364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CaixaDeTexto 28"/>
                  <p:cNvSpPr txBox="1"/>
                  <p:nvPr/>
                </p:nvSpPr>
                <p:spPr>
                  <a:xfrm>
                    <a:off x="1261217" y="6156895"/>
                    <a:ext cx="879023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𝐺𝑁𝐷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𝐵𝑇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29" name="CaixaDeTexto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61217" y="6156895"/>
                    <a:ext cx="879023" cy="276999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6250" r="-5556" b="-8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CaixaDeTexto 29"/>
                  <p:cNvSpPr txBox="1"/>
                  <p:nvPr/>
                </p:nvSpPr>
                <p:spPr>
                  <a:xfrm>
                    <a:off x="6479780" y="6116096"/>
                    <a:ext cx="1064009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𝐶𝑂𝑁𝑉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𝐴𝐷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30" name="CaixaDeTexto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79780" y="6116096"/>
                    <a:ext cx="1064009" cy="27699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5172" r="-4598" b="-869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CaixaDeTexto 30"/>
                  <p:cNvSpPr txBox="1"/>
                  <p:nvPr/>
                </p:nvSpPr>
                <p:spPr>
                  <a:xfrm>
                    <a:off x="6500610" y="6393946"/>
                    <a:ext cx="486543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𝑉𝑃𝑃</m:t>
                          </m:r>
                        </m:oMath>
                      </m:oMathPara>
                    </a14:m>
                    <a:endParaRPr lang="pt-BR" i="1" dirty="0">
                      <a:solidFill>
                        <a:schemeClr val="accent5">
                          <a:lumMod val="75000"/>
                        </a:schemeClr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31" name="CaixaDeTexto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00610" y="6393946"/>
                    <a:ext cx="486543" cy="276999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1250" r="-11250" b="-8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CaixaDeTexto 31"/>
                <p:cNvSpPr txBox="1"/>
                <p:nvPr/>
              </p:nvSpPr>
              <p:spPr>
                <a:xfrm>
                  <a:off x="9813704" y="2937304"/>
                  <a:ext cx="1930016" cy="13542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44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𝑷𝑳𝑨𝑪𝑨</m:t>
                        </m:r>
                      </m:oMath>
                    </m:oMathPara>
                  </a14:m>
                  <a:endParaRPr lang="pt-BR" sz="4400" b="1" i="1" dirty="0" smtClean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44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4400" b="1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𝑴𝑪𝑼</m:t>
                        </m:r>
                      </m:oMath>
                    </m:oMathPara>
                  </a14:m>
                  <a:endParaRPr lang="pt-BR" sz="4400" b="1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2" name="CaixaDeTexto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3704" y="2937304"/>
                  <a:ext cx="1930016" cy="135421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801710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154</Words>
  <Application>Microsoft Office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Ruy Santiago Neto</dc:creator>
  <cp:lastModifiedBy>Ruy Santiago Neto</cp:lastModifiedBy>
  <cp:revision>11</cp:revision>
  <dcterms:created xsi:type="dcterms:W3CDTF">2026-02-22T19:54:02Z</dcterms:created>
  <dcterms:modified xsi:type="dcterms:W3CDTF">2026-02-23T11:46:47Z</dcterms:modified>
</cp:coreProperties>
</file>