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2" r:id="rId6"/>
    <p:sldId id="261" r:id="rId7"/>
    <p:sldId id="25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98" autoAdjust="0"/>
    <p:restoredTop sz="94660"/>
  </p:normalViewPr>
  <p:slideViewPr>
    <p:cSldViewPr snapToGrid="0">
      <p:cViewPr varScale="1">
        <p:scale>
          <a:sx n="73" d="100"/>
          <a:sy n="73" d="100"/>
        </p:scale>
        <p:origin x="8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73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82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34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95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67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1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98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00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28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8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50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BD00E-240E-4A9C-BE86-A5D0557625CC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96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Agrupar 34"/>
          <p:cNvGrpSpPr/>
          <p:nvPr/>
        </p:nvGrpSpPr>
        <p:grpSpPr>
          <a:xfrm>
            <a:off x="347864" y="498605"/>
            <a:ext cx="3600000" cy="3096862"/>
            <a:chOff x="2651760" y="1623501"/>
            <a:chExt cx="3600000" cy="3096862"/>
          </a:xfrm>
        </p:grpSpPr>
        <p:cxnSp>
          <p:nvCxnSpPr>
            <p:cNvPr id="5" name="Conector reto 4"/>
            <p:cNvCxnSpPr/>
            <p:nvPr/>
          </p:nvCxnSpPr>
          <p:spPr>
            <a:xfrm>
              <a:off x="2651760" y="4715799"/>
              <a:ext cx="36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/>
            <p:cNvCxnSpPr/>
            <p:nvPr/>
          </p:nvCxnSpPr>
          <p:spPr>
            <a:xfrm>
              <a:off x="3731760" y="2920364"/>
              <a:ext cx="25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/>
            <p:cNvCxnSpPr/>
            <p:nvPr/>
          </p:nvCxnSpPr>
          <p:spPr>
            <a:xfrm rot="2700000">
              <a:off x="2435264" y="2386701"/>
              <a:ext cx="15264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/>
            <p:nvPr/>
          </p:nvCxnSpPr>
          <p:spPr>
            <a:xfrm>
              <a:off x="2658800" y="1836918"/>
              <a:ext cx="0" cy="288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>
            <a:xfrm>
              <a:off x="6251760" y="2920363"/>
              <a:ext cx="0" cy="18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Conector reto 40"/>
          <p:cNvCxnSpPr/>
          <p:nvPr/>
        </p:nvCxnSpPr>
        <p:spPr>
          <a:xfrm>
            <a:off x="8760388" y="1599399"/>
            <a:ext cx="0" cy="1369538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/>
          <p:nvPr/>
        </p:nvCxnSpPr>
        <p:spPr>
          <a:xfrm>
            <a:off x="10919987" y="1599399"/>
            <a:ext cx="0" cy="1377001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/>
          <p:nvPr/>
        </p:nvCxnSpPr>
        <p:spPr>
          <a:xfrm>
            <a:off x="8039337" y="1599399"/>
            <a:ext cx="0" cy="6885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 flipH="1">
            <a:off x="8044896" y="1792601"/>
            <a:ext cx="7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 flipH="1">
            <a:off x="8760388" y="1792601"/>
            <a:ext cx="215959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/>
              <p:cNvSpPr txBox="1"/>
              <p:nvPr/>
            </p:nvSpPr>
            <p:spPr>
              <a:xfrm>
                <a:off x="9441887" y="1514889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CaixaDeTexto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887" y="1514889"/>
                <a:ext cx="712503" cy="276999"/>
              </a:xfrm>
              <a:prstGeom prst="rect">
                <a:avLst/>
              </a:prstGeom>
              <a:blipFill>
                <a:blip r:embed="rId2"/>
                <a:stretch>
                  <a:fillRect l="-7692" r="-427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/>
              <p:cNvSpPr txBox="1"/>
              <p:nvPr/>
            </p:nvSpPr>
            <p:spPr>
              <a:xfrm>
                <a:off x="8047484" y="1496551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CaixaDeTexto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484" y="1496551"/>
                <a:ext cx="712503" cy="276999"/>
              </a:xfrm>
              <a:prstGeom prst="rect">
                <a:avLst/>
              </a:prstGeom>
              <a:blipFill>
                <a:blip r:embed="rId3"/>
                <a:stretch>
                  <a:fillRect l="-6838" r="-42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ector reto 47"/>
          <p:cNvCxnSpPr/>
          <p:nvPr/>
        </p:nvCxnSpPr>
        <p:spPr>
          <a:xfrm flipH="1">
            <a:off x="7059205" y="2316396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/>
          <p:nvPr/>
        </p:nvCxnSpPr>
        <p:spPr>
          <a:xfrm flipH="1">
            <a:off x="6952678" y="3008462"/>
            <a:ext cx="176820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/>
          <p:nvPr/>
        </p:nvCxnSpPr>
        <p:spPr>
          <a:xfrm rot="5400000" flipH="1">
            <a:off x="7195899" y="2644168"/>
            <a:ext cx="7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Agrupar 50"/>
          <p:cNvGrpSpPr/>
          <p:nvPr/>
        </p:nvGrpSpPr>
        <p:grpSpPr>
          <a:xfrm>
            <a:off x="8039987" y="2138862"/>
            <a:ext cx="2881860" cy="2669600"/>
            <a:chOff x="3011359" y="2050763"/>
            <a:chExt cx="2881860" cy="2669600"/>
          </a:xfrm>
        </p:grpSpPr>
        <p:cxnSp>
          <p:nvCxnSpPr>
            <p:cNvPr id="52" name="Conector reto 51"/>
            <p:cNvCxnSpPr/>
            <p:nvPr/>
          </p:nvCxnSpPr>
          <p:spPr>
            <a:xfrm>
              <a:off x="3011359" y="4720363"/>
              <a:ext cx="28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3731760" y="2920364"/>
              <a:ext cx="21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 rot="2700000">
              <a:off x="2862160" y="2560163"/>
              <a:ext cx="101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>
              <a:off x="3011359" y="2199962"/>
              <a:ext cx="0" cy="25204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5893219" y="2920363"/>
              <a:ext cx="0" cy="18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/>
              <p:cNvSpPr txBox="1"/>
              <p:nvPr/>
            </p:nvSpPr>
            <p:spPr>
              <a:xfrm>
                <a:off x="6843396" y="2505668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CaixaDeTexto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396" y="2505668"/>
                <a:ext cx="712503" cy="276999"/>
              </a:xfrm>
              <a:prstGeom prst="rect">
                <a:avLst/>
              </a:prstGeom>
              <a:blipFill>
                <a:blip r:embed="rId4"/>
                <a:stretch>
                  <a:fillRect l="-7759" r="-5172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reto 57"/>
          <p:cNvCxnSpPr/>
          <p:nvPr/>
        </p:nvCxnSpPr>
        <p:spPr>
          <a:xfrm flipH="1">
            <a:off x="7085396" y="4808462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/>
          <p:nvPr/>
        </p:nvCxnSpPr>
        <p:spPr>
          <a:xfrm flipV="1">
            <a:off x="7555899" y="3012115"/>
            <a:ext cx="0" cy="1796347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/>
              <p:cNvSpPr txBox="1"/>
              <p:nvPr/>
            </p:nvSpPr>
            <p:spPr>
              <a:xfrm>
                <a:off x="6836436" y="3696233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CaixaDeTexto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36" y="3696233"/>
                <a:ext cx="712503" cy="276999"/>
              </a:xfrm>
              <a:prstGeom prst="rect">
                <a:avLst/>
              </a:prstGeom>
              <a:blipFill>
                <a:blip r:embed="rId5"/>
                <a:stretch>
                  <a:fillRect l="-7692" r="-42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CaixaDeTexto 60"/>
          <p:cNvSpPr txBox="1"/>
          <p:nvPr/>
        </p:nvSpPr>
        <p:spPr>
          <a:xfrm>
            <a:off x="4790344" y="145804"/>
            <a:ext cx="2295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Lateral – tamanho real</a:t>
            </a:r>
            <a:endParaRPr lang="pt-BR" dirty="0"/>
          </a:p>
        </p:txBody>
      </p:sp>
      <p:sp>
        <p:nvSpPr>
          <p:cNvPr id="67" name="Retângulo 66"/>
          <p:cNvSpPr/>
          <p:nvPr/>
        </p:nvSpPr>
        <p:spPr>
          <a:xfrm>
            <a:off x="361865" y="3222353"/>
            <a:ext cx="360000" cy="36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 68"/>
          <p:cNvSpPr/>
          <p:nvPr/>
        </p:nvSpPr>
        <p:spPr>
          <a:xfrm>
            <a:off x="3587864" y="3209746"/>
            <a:ext cx="360000" cy="36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7" name="Agrupar 76"/>
          <p:cNvGrpSpPr/>
          <p:nvPr/>
        </p:nvGrpSpPr>
        <p:grpSpPr>
          <a:xfrm>
            <a:off x="7085396" y="5694883"/>
            <a:ext cx="5092798" cy="1163117"/>
            <a:chOff x="462783" y="5046999"/>
            <a:chExt cx="5092798" cy="1163117"/>
          </a:xfrm>
        </p:grpSpPr>
        <p:sp>
          <p:nvSpPr>
            <p:cNvPr id="70" name="Retângulo 69"/>
            <p:cNvSpPr/>
            <p:nvPr/>
          </p:nvSpPr>
          <p:spPr>
            <a:xfrm>
              <a:off x="462783" y="5046999"/>
              <a:ext cx="5092798" cy="1163117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aixaDeTexto 70"/>
                <p:cNvSpPr txBox="1"/>
                <p:nvPr/>
              </p:nvSpPr>
              <p:spPr>
                <a:xfrm>
                  <a:off x="1021391" y="5488745"/>
                  <a:ext cx="4300152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𝐶𝑜𝑙𝑢𝑛𝑎𝑠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𝑖𝑛𝑡𝑒𝑟𝑛𝑎𝑠</m:t>
                            </m:r>
                          </m:e>
                        </m:d>
                      </m:oMath>
                    </m:oMathPara>
                  </a14:m>
                  <a:endParaRPr lang="pt-BR" b="0" i="1" dirty="0" smtClean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𝑝𝑎𝑟𝑎𝑓𝑢𝑠𝑜𝑠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𝑝𝑎𝑟𝑎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𝑓𝑒𝑐h𝑎𝑚𝑒𝑛𝑡𝑜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𝑐𝑎𝑖𝑥𝑎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aixaDeTexto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391" y="5488745"/>
                  <a:ext cx="4300152" cy="553998"/>
                </a:xfrm>
                <a:prstGeom prst="rect">
                  <a:avLst/>
                </a:prstGeom>
                <a:blipFill>
                  <a:blip r:embed="rId6"/>
                  <a:stretch>
                    <a:fillRect b="-1648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aixaDeTexto 71"/>
                <p:cNvSpPr txBox="1"/>
                <p:nvPr/>
              </p:nvSpPr>
              <p:spPr>
                <a:xfrm>
                  <a:off x="511939" y="5051897"/>
                  <a:ext cx="9450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𝐿𝑒𝑔𝑒𝑛𝑑𝑎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CaixaDeTexto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39" y="5051897"/>
                  <a:ext cx="94500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387" t="-2222" r="-8387" b="-3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Retângulo 72"/>
            <p:cNvSpPr/>
            <p:nvPr/>
          </p:nvSpPr>
          <p:spPr>
            <a:xfrm>
              <a:off x="783791" y="5622118"/>
              <a:ext cx="237600" cy="2376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5" name="Triângulo Retângulo 74"/>
          <p:cNvSpPr/>
          <p:nvPr/>
        </p:nvSpPr>
        <p:spPr>
          <a:xfrm>
            <a:off x="361865" y="712022"/>
            <a:ext cx="360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" name="Agrupar 8"/>
          <p:cNvGrpSpPr/>
          <p:nvPr/>
        </p:nvGrpSpPr>
        <p:grpSpPr>
          <a:xfrm rot="2700000">
            <a:off x="383257" y="380077"/>
            <a:ext cx="275554" cy="331801"/>
            <a:chOff x="1593784" y="677096"/>
            <a:chExt cx="275554" cy="331801"/>
          </a:xfrm>
        </p:grpSpPr>
        <p:cxnSp>
          <p:nvCxnSpPr>
            <p:cNvPr id="4" name="Conector reto 3"/>
            <p:cNvCxnSpPr/>
            <p:nvPr/>
          </p:nvCxnSpPr>
          <p:spPr>
            <a:xfrm rot="18900000" flipH="1">
              <a:off x="1593784" y="733343"/>
              <a:ext cx="275554" cy="2755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/>
            <p:nvPr/>
          </p:nvCxnSpPr>
          <p:spPr>
            <a:xfrm>
              <a:off x="1763311" y="677096"/>
              <a:ext cx="0" cy="7200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Agrupar 61"/>
          <p:cNvGrpSpPr/>
          <p:nvPr/>
        </p:nvGrpSpPr>
        <p:grpSpPr>
          <a:xfrm rot="2700000" flipH="1">
            <a:off x="1446324" y="1459082"/>
            <a:ext cx="287264" cy="345936"/>
            <a:chOff x="1587929" y="677096"/>
            <a:chExt cx="287264" cy="345936"/>
          </a:xfrm>
        </p:grpSpPr>
        <p:cxnSp>
          <p:nvCxnSpPr>
            <p:cNvPr id="63" name="Conector reto 62"/>
            <p:cNvCxnSpPr/>
            <p:nvPr/>
          </p:nvCxnSpPr>
          <p:spPr>
            <a:xfrm rot="2700000">
              <a:off x="1587929" y="735768"/>
              <a:ext cx="287264" cy="2872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/>
            <p:cNvCxnSpPr/>
            <p:nvPr/>
          </p:nvCxnSpPr>
          <p:spPr>
            <a:xfrm>
              <a:off x="1763311" y="677096"/>
              <a:ext cx="0" cy="7200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Arredondar Retângulo no Mesmo Canto Lateral 2"/>
          <p:cNvSpPr/>
          <p:nvPr/>
        </p:nvSpPr>
        <p:spPr>
          <a:xfrm rot="2700000">
            <a:off x="804568" y="1082271"/>
            <a:ext cx="180000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 rot="2700000">
            <a:off x="340217" y="1005068"/>
            <a:ext cx="1501200" cy="1045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/>
          <p:nvPr/>
        </p:nvCxnSpPr>
        <p:spPr>
          <a:xfrm rot="2700000">
            <a:off x="507159" y="556289"/>
            <a:ext cx="0" cy="7200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/>
          <p:nvPr/>
        </p:nvCxnSpPr>
        <p:spPr>
          <a:xfrm rot="2700000">
            <a:off x="1554295" y="1597630"/>
            <a:ext cx="0" cy="7200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rma Livre 13"/>
          <p:cNvSpPr/>
          <p:nvPr/>
        </p:nvSpPr>
        <p:spPr>
          <a:xfrm rot="20285327">
            <a:off x="715300" y="1404772"/>
            <a:ext cx="219712" cy="571500"/>
          </a:xfrm>
          <a:custGeom>
            <a:avLst/>
            <a:gdLst>
              <a:gd name="connsiteX0" fmla="*/ 421173 w 421173"/>
              <a:gd name="connsiteY0" fmla="*/ 0 h 571500"/>
              <a:gd name="connsiteX1" fmla="*/ 2073 w 421173"/>
              <a:gd name="connsiteY1" fmla="*/ 209550 h 571500"/>
              <a:gd name="connsiteX2" fmla="*/ 249723 w 421173"/>
              <a:gd name="connsiteY2" fmla="*/ 571500 h 571500"/>
              <a:gd name="connsiteX3" fmla="*/ 249723 w 421173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73" h="571500">
                <a:moveTo>
                  <a:pt x="421173" y="0"/>
                </a:moveTo>
                <a:cubicBezTo>
                  <a:pt x="225910" y="57150"/>
                  <a:pt x="30648" y="114300"/>
                  <a:pt x="2073" y="209550"/>
                </a:cubicBezTo>
                <a:cubicBezTo>
                  <a:pt x="-26502" y="304800"/>
                  <a:pt x="249723" y="571500"/>
                  <a:pt x="249723" y="571500"/>
                </a:cubicBezTo>
                <a:lnTo>
                  <a:pt x="249723" y="57150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Forma Livre 67"/>
          <p:cNvSpPr/>
          <p:nvPr/>
        </p:nvSpPr>
        <p:spPr>
          <a:xfrm rot="20285327">
            <a:off x="484484" y="1414959"/>
            <a:ext cx="421173" cy="717179"/>
          </a:xfrm>
          <a:custGeom>
            <a:avLst/>
            <a:gdLst>
              <a:gd name="connsiteX0" fmla="*/ 421173 w 421173"/>
              <a:gd name="connsiteY0" fmla="*/ 0 h 571500"/>
              <a:gd name="connsiteX1" fmla="*/ 2073 w 421173"/>
              <a:gd name="connsiteY1" fmla="*/ 209550 h 571500"/>
              <a:gd name="connsiteX2" fmla="*/ 249723 w 421173"/>
              <a:gd name="connsiteY2" fmla="*/ 571500 h 571500"/>
              <a:gd name="connsiteX3" fmla="*/ 249723 w 421173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73" h="571500">
                <a:moveTo>
                  <a:pt x="421173" y="0"/>
                </a:moveTo>
                <a:cubicBezTo>
                  <a:pt x="225910" y="57150"/>
                  <a:pt x="30648" y="114300"/>
                  <a:pt x="2073" y="209550"/>
                </a:cubicBezTo>
                <a:cubicBezTo>
                  <a:pt x="-26502" y="304800"/>
                  <a:pt x="249723" y="571500"/>
                  <a:pt x="249723" y="571500"/>
                </a:cubicBezTo>
                <a:lnTo>
                  <a:pt x="249723" y="57150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80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246140" y="1586961"/>
            <a:ext cx="7920000" cy="1692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870245" y="389290"/>
            <a:ext cx="2726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Traseira – em escala (1:1,5)</a:t>
            </a:r>
            <a:endParaRPr lang="pt-BR" dirty="0"/>
          </a:p>
        </p:txBody>
      </p:sp>
      <p:cxnSp>
        <p:nvCxnSpPr>
          <p:cNvPr id="6" name="Conector reto 5"/>
          <p:cNvCxnSpPr/>
          <p:nvPr/>
        </p:nvCxnSpPr>
        <p:spPr>
          <a:xfrm>
            <a:off x="2246140" y="3408247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>
            <a:off x="10166140" y="3408247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H="1">
            <a:off x="2246139" y="3812347"/>
            <a:ext cx="79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6000186" y="3888143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186" y="3888143"/>
                <a:ext cx="840743" cy="276999"/>
              </a:xfrm>
              <a:prstGeom prst="rect">
                <a:avLst/>
              </a:prstGeom>
              <a:blipFill>
                <a:blip r:embed="rId2"/>
                <a:stretch>
                  <a:fillRect l="-5797" r="-362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to 10"/>
          <p:cNvCxnSpPr/>
          <p:nvPr/>
        </p:nvCxnSpPr>
        <p:spPr>
          <a:xfrm flipH="1">
            <a:off x="1179895" y="1586961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1777398" y="1611900"/>
            <a:ext cx="0" cy="16920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1008743" y="2319400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43" y="2319400"/>
                <a:ext cx="712503" cy="276999"/>
              </a:xfrm>
              <a:prstGeom prst="rect">
                <a:avLst/>
              </a:prstGeom>
              <a:blipFill>
                <a:blip r:embed="rId3"/>
                <a:stretch>
                  <a:fillRect l="-6838" r="-42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to 13"/>
          <p:cNvCxnSpPr/>
          <p:nvPr/>
        </p:nvCxnSpPr>
        <p:spPr>
          <a:xfrm flipH="1">
            <a:off x="1179895" y="3278961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2721944" y="2319400"/>
            <a:ext cx="324000" cy="32400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3244059" y="2277899"/>
            <a:ext cx="360000" cy="360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831500" y="2341052"/>
            <a:ext cx="241300" cy="241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Agrupar 31"/>
          <p:cNvGrpSpPr/>
          <p:nvPr/>
        </p:nvGrpSpPr>
        <p:grpSpPr>
          <a:xfrm>
            <a:off x="7597210" y="5304972"/>
            <a:ext cx="4594790" cy="1553028"/>
            <a:chOff x="2246140" y="5021946"/>
            <a:chExt cx="4594790" cy="1553028"/>
          </a:xfrm>
        </p:grpSpPr>
        <p:sp>
          <p:nvSpPr>
            <p:cNvPr id="20" name="Elipse 19"/>
            <p:cNvSpPr/>
            <p:nvPr/>
          </p:nvSpPr>
          <p:spPr>
            <a:xfrm>
              <a:off x="2803450" y="5439921"/>
              <a:ext cx="324000" cy="324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ipse 20"/>
            <p:cNvSpPr/>
            <p:nvPr/>
          </p:nvSpPr>
          <p:spPr>
            <a:xfrm>
              <a:off x="2785450" y="5802102"/>
              <a:ext cx="360000" cy="3600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/>
            <p:cNvSpPr/>
            <p:nvPr/>
          </p:nvSpPr>
          <p:spPr>
            <a:xfrm>
              <a:off x="2844800" y="6226589"/>
              <a:ext cx="241300" cy="2413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/>
                <p:cNvSpPr txBox="1"/>
                <p:nvPr/>
              </p:nvSpPr>
              <p:spPr>
                <a:xfrm>
                  <a:off x="3244060" y="5439921"/>
                  <a:ext cx="19586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𝐶𝑜𝑛𝑒𝑐𝑡𝑜𝑟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𝑓𝑜𝑛𝑡𝑒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CaixaDeTexto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4060" y="5439921"/>
                  <a:ext cx="195861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492" t="-2222" r="-4050" b="-3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/>
                <p:cNvSpPr txBox="1"/>
                <p:nvPr/>
              </p:nvSpPr>
              <p:spPr>
                <a:xfrm>
                  <a:off x="3238347" y="5814285"/>
                  <a:ext cx="19827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Supo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𝑟𝑡𝑒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𝑓𝑢𝑠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𝑣𝑒𝑙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CaixaDeTexto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8347" y="5814285"/>
                  <a:ext cx="198272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77" t="-4348" r="-3692" b="-347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/>
                <p:cNvSpPr txBox="1"/>
                <p:nvPr/>
              </p:nvSpPr>
              <p:spPr>
                <a:xfrm>
                  <a:off x="3238347" y="6208739"/>
                  <a:ext cx="335034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𝐿𝑒𝑑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𝑖𝑛𝑑𝑖𝑐𝑎𝑑𝑜𝑟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𝑐𝑎𝑟𝑟𝑒𝑔𝑎𝑚𝑒𝑛𝑡𝑜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CaixaDeTexto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8347" y="6208739"/>
                  <a:ext cx="335034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73" r="-1818" b="-3111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tângulo 27"/>
            <p:cNvSpPr/>
            <p:nvPr/>
          </p:nvSpPr>
          <p:spPr>
            <a:xfrm>
              <a:off x="2246140" y="5021946"/>
              <a:ext cx="4594790" cy="1553028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/>
                <p:cNvSpPr txBox="1"/>
                <p:nvPr/>
              </p:nvSpPr>
              <p:spPr>
                <a:xfrm>
                  <a:off x="3045945" y="5078643"/>
                  <a:ext cx="9450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𝐿𝑒𝑔𝑒𝑛𝑑𝑎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CaixaDeTexto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5945" y="5078643"/>
                  <a:ext cx="94500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387" t="-4444" r="-8387" b="-3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269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304197" y="1503835"/>
            <a:ext cx="7920000" cy="19188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913189" y="129145"/>
            <a:ext cx="2592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Fundo – em escala (1:1,5)</a:t>
            </a:r>
            <a:endParaRPr lang="pt-BR" dirty="0"/>
          </a:p>
        </p:txBody>
      </p:sp>
      <p:cxnSp>
        <p:nvCxnSpPr>
          <p:cNvPr id="6" name="Conector reto 5"/>
          <p:cNvCxnSpPr/>
          <p:nvPr/>
        </p:nvCxnSpPr>
        <p:spPr>
          <a:xfrm>
            <a:off x="2304197" y="3325121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>
            <a:off x="10224197" y="3325121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H="1">
            <a:off x="2304196" y="3729221"/>
            <a:ext cx="79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6058243" y="3805017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243" y="3805017"/>
                <a:ext cx="840743" cy="276999"/>
              </a:xfrm>
              <a:prstGeom prst="rect">
                <a:avLst/>
              </a:prstGeom>
              <a:blipFill>
                <a:blip r:embed="rId2"/>
                <a:stretch>
                  <a:fillRect l="-6522" r="-3623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to 10"/>
          <p:cNvCxnSpPr/>
          <p:nvPr/>
        </p:nvCxnSpPr>
        <p:spPr>
          <a:xfrm flipH="1">
            <a:off x="1237952" y="1503835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1835455" y="1528774"/>
            <a:ext cx="0" cy="1893861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1066800" y="2398274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398274"/>
                <a:ext cx="712503" cy="276999"/>
              </a:xfrm>
              <a:prstGeom prst="rect">
                <a:avLst/>
              </a:prstGeom>
              <a:blipFill>
                <a:blip r:embed="rId3"/>
                <a:stretch>
                  <a:fillRect l="-6838" r="-42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to 13"/>
          <p:cNvCxnSpPr/>
          <p:nvPr/>
        </p:nvCxnSpPr>
        <p:spPr>
          <a:xfrm flipH="1">
            <a:off x="1217484" y="3422635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/>
              <p:cNvSpPr txBox="1"/>
              <p:nvPr/>
            </p:nvSpPr>
            <p:spPr>
              <a:xfrm>
                <a:off x="7407698" y="6158108"/>
                <a:ext cx="45341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𝐶𝑜𝑙𝑢𝑛𝑎𝑠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𝑏𝑖𝑐𝑎𝑠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𝑖𝑛𝑡𝑒𝑟𝑛𝑎𝑠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𝑎𝑟𝑒𝑠𝑡𝑎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1 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b="0" i="1" dirty="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𝑓𝑖𝑥𝑎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𝑝𝑙𝑎𝑐𝑎𝑠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CaixaDeTexto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698" y="6158108"/>
                <a:ext cx="4534190" cy="553998"/>
              </a:xfrm>
              <a:prstGeom prst="rect">
                <a:avLst/>
              </a:prstGeom>
              <a:blipFill>
                <a:blip r:embed="rId4"/>
                <a:stretch>
                  <a:fillRect l="-806" b="-164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tângulo 27"/>
          <p:cNvSpPr/>
          <p:nvPr/>
        </p:nvSpPr>
        <p:spPr>
          <a:xfrm>
            <a:off x="6779445" y="5721260"/>
            <a:ext cx="5412555" cy="113674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/>
              <p:cNvSpPr txBox="1"/>
              <p:nvPr/>
            </p:nvSpPr>
            <p:spPr>
              <a:xfrm>
                <a:off x="6898246" y="5721260"/>
                <a:ext cx="945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𝐿𝑒𝑔𝑒𝑛𝑑𝑎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CaixaDe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246" y="5721260"/>
                <a:ext cx="945002" cy="276999"/>
              </a:xfrm>
              <a:prstGeom prst="rect">
                <a:avLst/>
              </a:prstGeom>
              <a:blipFill>
                <a:blip r:embed="rId5"/>
                <a:stretch>
                  <a:fillRect l="-8387" t="-4444" r="-8387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/>
          <p:cNvSpPr/>
          <p:nvPr/>
        </p:nvSpPr>
        <p:spPr>
          <a:xfrm>
            <a:off x="3345002" y="1768314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/>
        </p:nvSpPr>
        <p:spPr>
          <a:xfrm>
            <a:off x="3302117" y="2929450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/>
          <p:cNvSpPr/>
          <p:nvPr/>
        </p:nvSpPr>
        <p:spPr>
          <a:xfrm>
            <a:off x="5820643" y="1770260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/>
          <p:cNvSpPr/>
          <p:nvPr/>
        </p:nvSpPr>
        <p:spPr>
          <a:xfrm>
            <a:off x="5777758" y="2931396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/>
        </p:nvSpPr>
        <p:spPr>
          <a:xfrm>
            <a:off x="8997034" y="1768314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/>
          <p:cNvSpPr/>
          <p:nvPr/>
        </p:nvSpPr>
        <p:spPr>
          <a:xfrm>
            <a:off x="8997034" y="2936626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/>
          <p:cNvSpPr/>
          <p:nvPr/>
        </p:nvSpPr>
        <p:spPr>
          <a:xfrm>
            <a:off x="7170098" y="6291481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20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56"/>
          <p:cNvSpPr txBox="1"/>
          <p:nvPr/>
        </p:nvSpPr>
        <p:spPr>
          <a:xfrm>
            <a:off x="5744847" y="131024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Superior</a:t>
            </a:r>
            <a:endParaRPr lang="pt-BR" dirty="0"/>
          </a:p>
        </p:txBody>
      </p:sp>
      <p:grpSp>
        <p:nvGrpSpPr>
          <p:cNvPr id="82" name="Agrupar 81"/>
          <p:cNvGrpSpPr/>
          <p:nvPr/>
        </p:nvGrpSpPr>
        <p:grpSpPr>
          <a:xfrm>
            <a:off x="2426665" y="1717342"/>
            <a:ext cx="5666695" cy="3543905"/>
            <a:chOff x="2024569" y="59058"/>
            <a:chExt cx="5666695" cy="3543905"/>
          </a:xfrm>
        </p:grpSpPr>
        <p:grpSp>
          <p:nvGrpSpPr>
            <p:cNvPr id="9" name="Agrupar 8"/>
            <p:cNvGrpSpPr/>
            <p:nvPr/>
          </p:nvGrpSpPr>
          <p:grpSpPr>
            <a:xfrm>
              <a:off x="2384770" y="2584163"/>
              <a:ext cx="2520200" cy="1018800"/>
              <a:chOff x="3371560" y="2050763"/>
              <a:chExt cx="2520200" cy="1018800"/>
            </a:xfrm>
          </p:grpSpPr>
          <p:cxnSp>
            <p:nvCxnSpPr>
              <p:cNvPr id="11" name="Conector reto 10"/>
              <p:cNvCxnSpPr/>
              <p:nvPr/>
            </p:nvCxnSpPr>
            <p:spPr>
              <a:xfrm>
                <a:off x="3731760" y="2920364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to 11"/>
              <p:cNvCxnSpPr/>
              <p:nvPr/>
            </p:nvCxnSpPr>
            <p:spPr>
              <a:xfrm rot="2700000">
                <a:off x="2862160" y="2560163"/>
                <a:ext cx="101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Conector reto 15"/>
            <p:cNvCxnSpPr/>
            <p:nvPr/>
          </p:nvCxnSpPr>
          <p:spPr>
            <a:xfrm flipV="1">
              <a:off x="2024569" y="218761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2744970" y="933363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 flipV="1">
              <a:off x="4904569" y="939163"/>
              <a:ext cx="2786695" cy="2503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rot="2700000">
              <a:off x="5031320" y="568458"/>
              <a:ext cx="101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>
              <a:off x="5887818" y="927562"/>
              <a:ext cx="180344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Agrupar 31"/>
            <p:cNvGrpSpPr/>
            <p:nvPr/>
          </p:nvGrpSpPr>
          <p:grpSpPr>
            <a:xfrm rot="362971">
              <a:off x="2969876" y="667458"/>
              <a:ext cx="2235886" cy="2196861"/>
              <a:chOff x="4273335" y="2027315"/>
              <a:chExt cx="2235886" cy="2196861"/>
            </a:xfrm>
          </p:grpSpPr>
          <p:sp>
            <p:nvSpPr>
              <p:cNvPr id="23" name="Elipse 22"/>
              <p:cNvSpPr/>
              <p:nvPr/>
            </p:nvSpPr>
            <p:spPr>
              <a:xfrm rot="18932940">
                <a:off x="4273335" y="4044176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" name="Elipse 23"/>
              <p:cNvSpPr/>
              <p:nvPr/>
            </p:nvSpPr>
            <p:spPr>
              <a:xfrm rot="18932940">
                <a:off x="4530320" y="379206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Elipse 24"/>
              <p:cNvSpPr/>
              <p:nvPr/>
            </p:nvSpPr>
            <p:spPr>
              <a:xfrm rot="18932940">
                <a:off x="4787306" y="3539961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6" name="Elipse 25"/>
              <p:cNvSpPr/>
              <p:nvPr/>
            </p:nvSpPr>
            <p:spPr>
              <a:xfrm rot="18932940">
                <a:off x="5044292" y="3287853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Elipse 26"/>
              <p:cNvSpPr/>
              <p:nvPr/>
            </p:nvSpPr>
            <p:spPr>
              <a:xfrm rot="18932940">
                <a:off x="5301278" y="3035745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Elipse 27"/>
              <p:cNvSpPr/>
              <p:nvPr/>
            </p:nvSpPr>
            <p:spPr>
              <a:xfrm rot="18932940">
                <a:off x="5558264" y="278363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Elipse 28"/>
              <p:cNvSpPr/>
              <p:nvPr/>
            </p:nvSpPr>
            <p:spPr>
              <a:xfrm rot="18932940">
                <a:off x="5815250" y="2531530"/>
                <a:ext cx="180000" cy="1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Elipse 29"/>
              <p:cNvSpPr/>
              <p:nvPr/>
            </p:nvSpPr>
            <p:spPr>
              <a:xfrm rot="18932940">
                <a:off x="6072236" y="2279422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Elipse 30"/>
              <p:cNvSpPr/>
              <p:nvPr/>
            </p:nvSpPr>
            <p:spPr>
              <a:xfrm rot="18932940">
                <a:off x="6329221" y="2027315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44" name="Agrupar 43"/>
            <p:cNvGrpSpPr/>
            <p:nvPr/>
          </p:nvGrpSpPr>
          <p:grpSpPr>
            <a:xfrm>
              <a:off x="3814214" y="2757394"/>
              <a:ext cx="1194001" cy="500161"/>
              <a:chOff x="7224858" y="3191181"/>
              <a:chExt cx="1194001" cy="500161"/>
            </a:xfrm>
          </p:grpSpPr>
          <p:cxnSp>
            <p:nvCxnSpPr>
              <p:cNvPr id="33" name="Conector reto 32"/>
              <p:cNvCxnSpPr/>
              <p:nvPr/>
            </p:nvCxnSpPr>
            <p:spPr>
              <a:xfrm flipV="1">
                <a:off x="7803119" y="3198750"/>
                <a:ext cx="615740" cy="492592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>
              <a:xfrm flipV="1">
                <a:off x="7227029" y="3191181"/>
                <a:ext cx="625201" cy="500161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>
              <a:xfrm>
                <a:off x="7842548" y="31960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/>
              <p:cNvCxnSpPr/>
              <p:nvPr/>
            </p:nvCxnSpPr>
            <p:spPr>
              <a:xfrm>
                <a:off x="7224858" y="36913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Elipse 67"/>
            <p:cNvSpPr/>
            <p:nvPr/>
          </p:nvSpPr>
          <p:spPr>
            <a:xfrm>
              <a:off x="5232817" y="1927597"/>
              <a:ext cx="465869" cy="2521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Elipse 68"/>
            <p:cNvSpPr/>
            <p:nvPr/>
          </p:nvSpPr>
          <p:spPr>
            <a:xfrm>
              <a:off x="6241832" y="1158463"/>
              <a:ext cx="234000" cy="126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4" name="Paralelogramo 83"/>
          <p:cNvSpPr/>
          <p:nvPr/>
        </p:nvSpPr>
        <p:spPr>
          <a:xfrm rot="19268896">
            <a:off x="3481237" y="3507403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Paralelogramo 84"/>
          <p:cNvSpPr/>
          <p:nvPr/>
        </p:nvSpPr>
        <p:spPr>
          <a:xfrm rot="19268896">
            <a:off x="4662830" y="2569854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Paralelogramo 85"/>
          <p:cNvSpPr/>
          <p:nvPr/>
        </p:nvSpPr>
        <p:spPr>
          <a:xfrm rot="19268896">
            <a:off x="2501312" y="4302817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Paralelogramo 86"/>
          <p:cNvSpPr/>
          <p:nvPr/>
        </p:nvSpPr>
        <p:spPr>
          <a:xfrm rot="19268896">
            <a:off x="5486265" y="1910731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 88"/>
          <p:cNvSpPr/>
          <p:nvPr/>
        </p:nvSpPr>
        <p:spPr>
          <a:xfrm>
            <a:off x="7099202" y="5694883"/>
            <a:ext cx="5092798" cy="116311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aixaDeTexto 89"/>
              <p:cNvSpPr txBox="1"/>
              <p:nvPr/>
            </p:nvSpPr>
            <p:spPr>
              <a:xfrm>
                <a:off x="7657810" y="6136629"/>
                <a:ext cx="45341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𝐶𝑜𝑙𝑢𝑛𝑎𝑠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𝑏𝑖𝑐𝑎𝑠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𝑖𝑛𝑡𝑒𝑟𝑛𝑎𝑠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𝑎𝑟𝑒𝑠𝑡𝑎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1 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b="0" i="1" dirty="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𝑝𝑎𝑟𝑎𝑓𝑢𝑠𝑜𝑠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𝑓𝑒𝑐h𝑎𝑚𝑒𝑛𝑡𝑜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𝑐𝑎𝑖𝑥𝑎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CaixaDeTexto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810" y="6136629"/>
                <a:ext cx="4534190" cy="553998"/>
              </a:xfrm>
              <a:prstGeom prst="rect">
                <a:avLst/>
              </a:prstGeom>
              <a:blipFill>
                <a:blip r:embed="rId2"/>
                <a:stretch>
                  <a:fillRect l="-806" b="-164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aixaDeTexto 90"/>
              <p:cNvSpPr txBox="1"/>
              <p:nvPr/>
            </p:nvSpPr>
            <p:spPr>
              <a:xfrm>
                <a:off x="7148358" y="5699781"/>
                <a:ext cx="945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𝐿𝑒𝑔𝑒𝑛𝑑𝑎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1" name="CaixaDeTexto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358" y="5699781"/>
                <a:ext cx="945002" cy="276999"/>
              </a:xfrm>
              <a:prstGeom prst="rect">
                <a:avLst/>
              </a:prstGeom>
              <a:blipFill>
                <a:blip r:embed="rId3"/>
                <a:stretch>
                  <a:fillRect l="-8387" t="-2222" r="-8387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Retângulo 91"/>
          <p:cNvSpPr/>
          <p:nvPr/>
        </p:nvSpPr>
        <p:spPr>
          <a:xfrm>
            <a:off x="7420210" y="6270002"/>
            <a:ext cx="237600" cy="237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15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56"/>
          <p:cNvSpPr txBox="1"/>
          <p:nvPr/>
        </p:nvSpPr>
        <p:spPr>
          <a:xfrm>
            <a:off x="9083607" y="502075"/>
            <a:ext cx="151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Fora de escala</a:t>
            </a:r>
            <a:endParaRPr lang="pt-BR" dirty="0"/>
          </a:p>
        </p:txBody>
      </p:sp>
      <p:grpSp>
        <p:nvGrpSpPr>
          <p:cNvPr id="82" name="Agrupar 81"/>
          <p:cNvGrpSpPr/>
          <p:nvPr/>
        </p:nvGrpSpPr>
        <p:grpSpPr>
          <a:xfrm>
            <a:off x="2024569" y="59058"/>
            <a:ext cx="5694635" cy="6134184"/>
            <a:chOff x="2024569" y="59058"/>
            <a:chExt cx="5694635" cy="6134184"/>
          </a:xfrm>
        </p:grpSpPr>
        <p:grpSp>
          <p:nvGrpSpPr>
            <p:cNvPr id="9" name="Agrupar 8"/>
            <p:cNvGrpSpPr/>
            <p:nvPr/>
          </p:nvGrpSpPr>
          <p:grpSpPr>
            <a:xfrm>
              <a:off x="2024569" y="2584163"/>
              <a:ext cx="2881860" cy="2669600"/>
              <a:chOff x="3011359" y="2050763"/>
              <a:chExt cx="2881860" cy="2669600"/>
            </a:xfrm>
          </p:grpSpPr>
          <p:cxnSp>
            <p:nvCxnSpPr>
              <p:cNvPr id="10" name="Conector reto 9"/>
              <p:cNvCxnSpPr/>
              <p:nvPr/>
            </p:nvCxnSpPr>
            <p:spPr>
              <a:xfrm>
                <a:off x="3011359" y="4720363"/>
                <a:ext cx="28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to 10"/>
              <p:cNvCxnSpPr/>
              <p:nvPr/>
            </p:nvCxnSpPr>
            <p:spPr>
              <a:xfrm>
                <a:off x="3731760" y="2920364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to 11"/>
              <p:cNvCxnSpPr/>
              <p:nvPr/>
            </p:nvCxnSpPr>
            <p:spPr>
              <a:xfrm rot="2700000">
                <a:off x="2862160" y="2560163"/>
                <a:ext cx="101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to 12"/>
              <p:cNvCxnSpPr/>
              <p:nvPr/>
            </p:nvCxnSpPr>
            <p:spPr>
              <a:xfrm>
                <a:off x="3011359" y="2199962"/>
                <a:ext cx="0" cy="25204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to 13"/>
              <p:cNvCxnSpPr/>
              <p:nvPr/>
            </p:nvCxnSpPr>
            <p:spPr>
              <a:xfrm>
                <a:off x="5893219" y="2920363"/>
                <a:ext cx="0" cy="1800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Conector reto 15"/>
            <p:cNvCxnSpPr/>
            <p:nvPr/>
          </p:nvCxnSpPr>
          <p:spPr>
            <a:xfrm flipV="1">
              <a:off x="2024569" y="218761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2744970" y="933363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 flipV="1">
              <a:off x="4904569" y="939163"/>
              <a:ext cx="2786695" cy="2503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4904568" y="2631041"/>
              <a:ext cx="2799396" cy="26111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rot="2700000">
              <a:off x="5031320" y="568458"/>
              <a:ext cx="101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>
              <a:off x="5887818" y="927562"/>
              <a:ext cx="180344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>
            <a:xfrm>
              <a:off x="7703964" y="918804"/>
              <a:ext cx="0" cy="17122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Agrupar 31"/>
            <p:cNvGrpSpPr/>
            <p:nvPr/>
          </p:nvGrpSpPr>
          <p:grpSpPr>
            <a:xfrm rot="362971">
              <a:off x="2969876" y="667458"/>
              <a:ext cx="2235886" cy="2196861"/>
              <a:chOff x="4273335" y="2027315"/>
              <a:chExt cx="2235886" cy="2196861"/>
            </a:xfrm>
          </p:grpSpPr>
          <p:sp>
            <p:nvSpPr>
              <p:cNvPr id="23" name="Elipse 22"/>
              <p:cNvSpPr/>
              <p:nvPr/>
            </p:nvSpPr>
            <p:spPr>
              <a:xfrm rot="18932940">
                <a:off x="4273335" y="4044176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" name="Elipse 23"/>
              <p:cNvSpPr/>
              <p:nvPr/>
            </p:nvSpPr>
            <p:spPr>
              <a:xfrm rot="18932940">
                <a:off x="4530320" y="379206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Elipse 24"/>
              <p:cNvSpPr/>
              <p:nvPr/>
            </p:nvSpPr>
            <p:spPr>
              <a:xfrm rot="18932940">
                <a:off x="4787306" y="3539961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6" name="Elipse 25"/>
              <p:cNvSpPr/>
              <p:nvPr/>
            </p:nvSpPr>
            <p:spPr>
              <a:xfrm rot="18932940">
                <a:off x="5044292" y="3287853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Elipse 26"/>
              <p:cNvSpPr/>
              <p:nvPr/>
            </p:nvSpPr>
            <p:spPr>
              <a:xfrm rot="18932940">
                <a:off x="5301278" y="3035745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Elipse 27"/>
              <p:cNvSpPr/>
              <p:nvPr/>
            </p:nvSpPr>
            <p:spPr>
              <a:xfrm rot="18932940">
                <a:off x="5558264" y="278363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Elipse 28"/>
              <p:cNvSpPr/>
              <p:nvPr/>
            </p:nvSpPr>
            <p:spPr>
              <a:xfrm rot="18932940">
                <a:off x="5815250" y="2531530"/>
                <a:ext cx="180000" cy="1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Elipse 29"/>
              <p:cNvSpPr/>
              <p:nvPr/>
            </p:nvSpPr>
            <p:spPr>
              <a:xfrm rot="18932940">
                <a:off x="6072236" y="2279422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Elipse 30"/>
              <p:cNvSpPr/>
              <p:nvPr/>
            </p:nvSpPr>
            <p:spPr>
              <a:xfrm rot="18932940">
                <a:off x="6329221" y="2027315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44" name="Agrupar 43"/>
            <p:cNvGrpSpPr/>
            <p:nvPr/>
          </p:nvGrpSpPr>
          <p:grpSpPr>
            <a:xfrm>
              <a:off x="3814214" y="2757394"/>
              <a:ext cx="1194001" cy="500161"/>
              <a:chOff x="7224858" y="3191181"/>
              <a:chExt cx="1194001" cy="500161"/>
            </a:xfrm>
          </p:grpSpPr>
          <p:cxnSp>
            <p:nvCxnSpPr>
              <p:cNvPr id="33" name="Conector reto 32"/>
              <p:cNvCxnSpPr/>
              <p:nvPr/>
            </p:nvCxnSpPr>
            <p:spPr>
              <a:xfrm flipV="1">
                <a:off x="7803119" y="3198750"/>
                <a:ext cx="615740" cy="492592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>
              <a:xfrm flipV="1">
                <a:off x="7227029" y="3191181"/>
                <a:ext cx="625201" cy="500161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>
              <a:xfrm>
                <a:off x="7842548" y="31960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/>
              <p:cNvCxnSpPr/>
              <p:nvPr/>
            </p:nvCxnSpPr>
            <p:spPr>
              <a:xfrm>
                <a:off x="7224858" y="36913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Conector reto 58"/>
            <p:cNvCxnSpPr/>
            <p:nvPr/>
          </p:nvCxnSpPr>
          <p:spPr>
            <a:xfrm>
              <a:off x="7719204" y="2646281"/>
              <a:ext cx="0" cy="86327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to 60"/>
            <p:cNvCxnSpPr/>
            <p:nvPr/>
          </p:nvCxnSpPr>
          <p:spPr>
            <a:xfrm>
              <a:off x="4904568" y="5329963"/>
              <a:ext cx="0" cy="86327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/>
            <p:cNvCxnSpPr/>
            <p:nvPr/>
          </p:nvCxnSpPr>
          <p:spPr>
            <a:xfrm flipH="1">
              <a:off x="4904569" y="3420312"/>
              <a:ext cx="2796069" cy="259639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aixaDeTexto 66"/>
                <p:cNvSpPr txBox="1"/>
                <p:nvPr/>
              </p:nvSpPr>
              <p:spPr>
                <a:xfrm>
                  <a:off x="6789541" y="4353763"/>
                  <a:ext cx="8407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3,0 </m:t>
                        </m:r>
                        <m:r>
                          <a:rPr lang="pt-BR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pt-BR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7" name="CaixaDeTexto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541" y="4353763"/>
                  <a:ext cx="840743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6522" r="-3623" b="-65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Elipse 67"/>
            <p:cNvSpPr/>
            <p:nvPr/>
          </p:nvSpPr>
          <p:spPr>
            <a:xfrm>
              <a:off x="5232817" y="1927597"/>
              <a:ext cx="465869" cy="2521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Elipse 68"/>
            <p:cNvSpPr/>
            <p:nvPr/>
          </p:nvSpPr>
          <p:spPr>
            <a:xfrm>
              <a:off x="6241832" y="1158463"/>
              <a:ext cx="234000" cy="126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aixaDeTexto 70"/>
                <p:cNvSpPr txBox="1"/>
                <p:nvPr/>
              </p:nvSpPr>
              <p:spPr>
                <a:xfrm rot="19165264">
                  <a:off x="4275093" y="2910892"/>
                  <a:ext cx="31867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𝐿𝐶𝐷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aixaDeTexto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5264">
                  <a:off x="4275093" y="2910892"/>
                  <a:ext cx="318677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4918" t="-3448" r="-6557" b="-68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aixaDeTexto 71"/>
                <p:cNvSpPr txBox="1"/>
                <p:nvPr/>
              </p:nvSpPr>
              <p:spPr>
                <a:xfrm rot="19165264">
                  <a:off x="6251290" y="1175591"/>
                  <a:ext cx="61574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𝐸𝑛𝑐𝑜𝑑𝑒𝑟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CaixaDeTexto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5264">
                  <a:off x="6251290" y="1175591"/>
                  <a:ext cx="615745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4082" t="-2222" r="-4082" b="-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aixaDeTexto 72"/>
                <p:cNvSpPr txBox="1"/>
                <p:nvPr/>
              </p:nvSpPr>
              <p:spPr>
                <a:xfrm rot="19165264">
                  <a:off x="4902420" y="1805508"/>
                  <a:ext cx="43941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𝐵𝑜𝑡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ã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CaixaDeTexto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5264">
                  <a:off x="4902420" y="1805508"/>
                  <a:ext cx="439416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5333" t="-1408" r="-4000" b="-563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Elipse 74"/>
            <p:cNvSpPr/>
            <p:nvPr/>
          </p:nvSpPr>
          <p:spPr>
            <a:xfrm flipH="1">
              <a:off x="6330556" y="2688870"/>
              <a:ext cx="306124" cy="414645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aixaDeTexto 80"/>
                <p:cNvSpPr txBox="1"/>
                <p:nvPr/>
              </p:nvSpPr>
              <p:spPr>
                <a:xfrm rot="19174589">
                  <a:off x="5925230" y="2967017"/>
                  <a:ext cx="157146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𝐿𝑖𝑔𝑎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𝑑𝑒𝑠𝑙𝑖𝑔𝑎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1" name="CaixaDeTexto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74589">
                  <a:off x="5925230" y="2967017"/>
                  <a:ext cx="1571461" cy="1846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Paralelogramo 45"/>
          <p:cNvSpPr/>
          <p:nvPr/>
        </p:nvSpPr>
        <p:spPr>
          <a:xfrm rot="8315867">
            <a:off x="4865840" y="4953570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Paralelogramo 47"/>
          <p:cNvSpPr/>
          <p:nvPr/>
        </p:nvSpPr>
        <p:spPr>
          <a:xfrm rot="8315867">
            <a:off x="7491369" y="2485643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Paralelogramo 48"/>
          <p:cNvSpPr/>
          <p:nvPr/>
        </p:nvSpPr>
        <p:spPr>
          <a:xfrm rot="8315867">
            <a:off x="5700486" y="4176784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Paralelogramo 49"/>
          <p:cNvSpPr/>
          <p:nvPr/>
        </p:nvSpPr>
        <p:spPr>
          <a:xfrm rot="8315867">
            <a:off x="6713065" y="3235076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Paralelogramo 50"/>
          <p:cNvSpPr/>
          <p:nvPr/>
        </p:nvSpPr>
        <p:spPr>
          <a:xfrm rot="19268896">
            <a:off x="3079141" y="1849119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Paralelogramo 51"/>
          <p:cNvSpPr/>
          <p:nvPr/>
        </p:nvSpPr>
        <p:spPr>
          <a:xfrm rot="19268896">
            <a:off x="4260734" y="911570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Paralelogramo 52"/>
          <p:cNvSpPr/>
          <p:nvPr/>
        </p:nvSpPr>
        <p:spPr>
          <a:xfrm rot="19268896">
            <a:off x="2099216" y="2644533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Paralelogramo 53"/>
          <p:cNvSpPr/>
          <p:nvPr/>
        </p:nvSpPr>
        <p:spPr>
          <a:xfrm rot="19268896">
            <a:off x="5084169" y="252447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/>
          <p:cNvSpPr/>
          <p:nvPr/>
        </p:nvSpPr>
        <p:spPr>
          <a:xfrm>
            <a:off x="7042593" y="5704119"/>
            <a:ext cx="5092798" cy="116311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/>
              <p:cNvSpPr txBox="1"/>
              <p:nvPr/>
            </p:nvSpPr>
            <p:spPr>
              <a:xfrm>
                <a:off x="7601201" y="6145865"/>
                <a:ext cx="45341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𝐶𝑜𝑙𝑢𝑛𝑎𝑠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𝑏𝑖𝑐𝑎𝑠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𝑖𝑛𝑡𝑒𝑟𝑛𝑎𝑠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𝑎𝑟𝑒𝑠𝑡𝑎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1 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b="0" i="1" dirty="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𝑝𝑎𝑟𝑎𝑓𝑢𝑠𝑜𝑠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𝑓𝑒𝑐h𝑎𝑚𝑒𝑛𝑡𝑜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𝑐𝑎𝑖𝑥𝑎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CaixaDeTexto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201" y="6145865"/>
                <a:ext cx="4534190" cy="553998"/>
              </a:xfrm>
              <a:prstGeom prst="rect">
                <a:avLst/>
              </a:prstGeom>
              <a:blipFill>
                <a:blip r:embed="rId7"/>
                <a:stretch>
                  <a:fillRect l="-806" b="-164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/>
              <p:cNvSpPr txBox="1"/>
              <p:nvPr/>
            </p:nvSpPr>
            <p:spPr>
              <a:xfrm>
                <a:off x="7091749" y="5709017"/>
                <a:ext cx="945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𝐿𝑒𝑔𝑒𝑛𝑑𝑎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CaixaDeTexto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749" y="5709017"/>
                <a:ext cx="945002" cy="276999"/>
              </a:xfrm>
              <a:prstGeom prst="rect">
                <a:avLst/>
              </a:prstGeom>
              <a:blipFill>
                <a:blip r:embed="rId8"/>
                <a:stretch>
                  <a:fillRect l="-8387" t="-4444" r="-8387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tângulo 59"/>
          <p:cNvSpPr/>
          <p:nvPr/>
        </p:nvSpPr>
        <p:spPr>
          <a:xfrm>
            <a:off x="7363601" y="6279238"/>
            <a:ext cx="237600" cy="237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2022709" y="5048249"/>
            <a:ext cx="148991" cy="19391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 61"/>
          <p:cNvSpPr/>
          <p:nvPr/>
        </p:nvSpPr>
        <p:spPr>
          <a:xfrm>
            <a:off x="4754646" y="5034811"/>
            <a:ext cx="148991" cy="19391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42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709156" y="560014"/>
            <a:ext cx="3644711" cy="2859359"/>
            <a:chOff x="2024569" y="212965"/>
            <a:chExt cx="5679395" cy="5040798"/>
          </a:xfrm>
        </p:grpSpPr>
        <p:grpSp>
          <p:nvGrpSpPr>
            <p:cNvPr id="5" name="Agrupar 4"/>
            <p:cNvGrpSpPr/>
            <p:nvPr/>
          </p:nvGrpSpPr>
          <p:grpSpPr>
            <a:xfrm>
              <a:off x="2024569" y="2733362"/>
              <a:ext cx="2881860" cy="2520401"/>
              <a:chOff x="3011359" y="2199962"/>
              <a:chExt cx="2881860" cy="2520401"/>
            </a:xfrm>
          </p:grpSpPr>
          <p:cxnSp>
            <p:nvCxnSpPr>
              <p:cNvPr id="39" name="Conector reto 38"/>
              <p:cNvCxnSpPr/>
              <p:nvPr/>
            </p:nvCxnSpPr>
            <p:spPr>
              <a:xfrm>
                <a:off x="3011359" y="4720363"/>
                <a:ext cx="28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to 39"/>
              <p:cNvCxnSpPr/>
              <p:nvPr/>
            </p:nvCxnSpPr>
            <p:spPr>
              <a:xfrm>
                <a:off x="3731760" y="2920364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/>
              <p:cNvCxnSpPr/>
              <p:nvPr/>
            </p:nvCxnSpPr>
            <p:spPr>
              <a:xfrm>
                <a:off x="3027133" y="2223994"/>
                <a:ext cx="691927" cy="69637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to 41"/>
              <p:cNvCxnSpPr/>
              <p:nvPr/>
            </p:nvCxnSpPr>
            <p:spPr>
              <a:xfrm>
                <a:off x="3011359" y="2199962"/>
                <a:ext cx="0" cy="25204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/>
              <p:nvPr/>
            </p:nvCxnSpPr>
            <p:spPr>
              <a:xfrm>
                <a:off x="5893219" y="2920363"/>
                <a:ext cx="0" cy="1800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Conector reto 5"/>
            <p:cNvCxnSpPr/>
            <p:nvPr/>
          </p:nvCxnSpPr>
          <p:spPr>
            <a:xfrm flipV="1">
              <a:off x="2024569" y="218761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/>
            <p:cNvCxnSpPr/>
            <p:nvPr/>
          </p:nvCxnSpPr>
          <p:spPr>
            <a:xfrm flipV="1">
              <a:off x="2744970" y="933363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/>
            <p:nvPr/>
          </p:nvCxnSpPr>
          <p:spPr>
            <a:xfrm flipV="1">
              <a:off x="4904569" y="939163"/>
              <a:ext cx="2786695" cy="2503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 flipV="1">
              <a:off x="4904568" y="2631041"/>
              <a:ext cx="2799396" cy="26111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>
            <a:xfrm>
              <a:off x="5159227" y="212965"/>
              <a:ext cx="728591" cy="7203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>
            <a:xfrm>
              <a:off x="5887818" y="927562"/>
              <a:ext cx="180344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>
            <a:xfrm>
              <a:off x="7703964" y="918804"/>
              <a:ext cx="0" cy="17122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Agrupar 12"/>
            <p:cNvGrpSpPr/>
            <p:nvPr/>
          </p:nvGrpSpPr>
          <p:grpSpPr>
            <a:xfrm rot="362971">
              <a:off x="2969876" y="667458"/>
              <a:ext cx="2235886" cy="2196861"/>
              <a:chOff x="4273335" y="2027315"/>
              <a:chExt cx="2235886" cy="2196861"/>
            </a:xfrm>
          </p:grpSpPr>
          <p:sp>
            <p:nvSpPr>
              <p:cNvPr id="30" name="Elipse 29"/>
              <p:cNvSpPr/>
              <p:nvPr/>
            </p:nvSpPr>
            <p:spPr>
              <a:xfrm rot="18932940">
                <a:off x="4273335" y="4044176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Elipse 30"/>
              <p:cNvSpPr/>
              <p:nvPr/>
            </p:nvSpPr>
            <p:spPr>
              <a:xfrm rot="18932940">
                <a:off x="4530320" y="379206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Elipse 31"/>
              <p:cNvSpPr/>
              <p:nvPr/>
            </p:nvSpPr>
            <p:spPr>
              <a:xfrm rot="18932940">
                <a:off x="4787306" y="3539961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Elipse 32"/>
              <p:cNvSpPr/>
              <p:nvPr/>
            </p:nvSpPr>
            <p:spPr>
              <a:xfrm rot="18932940">
                <a:off x="5044292" y="3287853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Elipse 33"/>
              <p:cNvSpPr/>
              <p:nvPr/>
            </p:nvSpPr>
            <p:spPr>
              <a:xfrm rot="18932940">
                <a:off x="5301278" y="3035745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5" name="Elipse 34"/>
              <p:cNvSpPr/>
              <p:nvPr/>
            </p:nvSpPr>
            <p:spPr>
              <a:xfrm rot="18932940">
                <a:off x="5558264" y="278363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Elipse 35"/>
              <p:cNvSpPr/>
              <p:nvPr/>
            </p:nvSpPr>
            <p:spPr>
              <a:xfrm rot="18932940">
                <a:off x="5815250" y="2531530"/>
                <a:ext cx="180000" cy="1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7" name="Elipse 36"/>
              <p:cNvSpPr/>
              <p:nvPr/>
            </p:nvSpPr>
            <p:spPr>
              <a:xfrm rot="18932940">
                <a:off x="6072236" y="2279422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8" name="Elipse 37"/>
              <p:cNvSpPr/>
              <p:nvPr/>
            </p:nvSpPr>
            <p:spPr>
              <a:xfrm rot="18932940">
                <a:off x="6329221" y="2027315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14" name="Agrupar 13"/>
            <p:cNvGrpSpPr/>
            <p:nvPr/>
          </p:nvGrpSpPr>
          <p:grpSpPr>
            <a:xfrm>
              <a:off x="3814214" y="2757394"/>
              <a:ext cx="1194001" cy="500161"/>
              <a:chOff x="7224858" y="3191181"/>
              <a:chExt cx="1194001" cy="500161"/>
            </a:xfrm>
          </p:grpSpPr>
          <p:cxnSp>
            <p:nvCxnSpPr>
              <p:cNvPr id="26" name="Conector reto 25"/>
              <p:cNvCxnSpPr/>
              <p:nvPr/>
            </p:nvCxnSpPr>
            <p:spPr>
              <a:xfrm flipV="1">
                <a:off x="7803119" y="3198750"/>
                <a:ext cx="615740" cy="492592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to 26"/>
              <p:cNvCxnSpPr/>
              <p:nvPr/>
            </p:nvCxnSpPr>
            <p:spPr>
              <a:xfrm flipV="1">
                <a:off x="7227029" y="3191181"/>
                <a:ext cx="625201" cy="500161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/>
              <p:cNvCxnSpPr/>
              <p:nvPr/>
            </p:nvCxnSpPr>
            <p:spPr>
              <a:xfrm>
                <a:off x="7842548" y="31960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/>
              <p:nvPr/>
            </p:nvCxnSpPr>
            <p:spPr>
              <a:xfrm>
                <a:off x="7224858" y="36913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Elipse 18"/>
            <p:cNvSpPr/>
            <p:nvPr/>
          </p:nvSpPr>
          <p:spPr>
            <a:xfrm>
              <a:off x="5232817" y="1927597"/>
              <a:ext cx="465869" cy="2521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/>
            <p:cNvSpPr/>
            <p:nvPr/>
          </p:nvSpPr>
          <p:spPr>
            <a:xfrm>
              <a:off x="6241832" y="1158463"/>
              <a:ext cx="234000" cy="126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/>
            <p:cNvSpPr/>
            <p:nvPr/>
          </p:nvSpPr>
          <p:spPr>
            <a:xfrm flipH="1">
              <a:off x="6330556" y="2688870"/>
              <a:ext cx="306124" cy="414645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/>
              <p:cNvSpPr txBox="1"/>
              <p:nvPr/>
            </p:nvSpPr>
            <p:spPr>
              <a:xfrm>
                <a:off x="5771666" y="283015"/>
                <a:ext cx="19926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𝐷𝑖𝑣𝑖𝑠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𝑑𝑎𝑠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𝑝𝑎𝑟𝑡𝑒𝑠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CaixaDeTexto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666" y="283015"/>
                <a:ext cx="1992661" cy="276999"/>
              </a:xfrm>
              <a:prstGeom prst="rect">
                <a:avLst/>
              </a:prstGeom>
              <a:blipFill>
                <a:blip r:embed="rId2"/>
                <a:stretch>
                  <a:fillRect l="-2446" r="-3058" b="-304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/>
              <p:cNvSpPr txBox="1"/>
              <p:nvPr/>
            </p:nvSpPr>
            <p:spPr>
              <a:xfrm>
                <a:off x="108730" y="1191240"/>
                <a:ext cx="965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𝑇𝑟𝑎𝑠𝑒𝑖𝑟𝑎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CaixaDeTexto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0" y="1191240"/>
                <a:ext cx="965841" cy="276999"/>
              </a:xfrm>
              <a:prstGeom prst="rect">
                <a:avLst/>
              </a:prstGeom>
              <a:blipFill>
                <a:blip r:embed="rId3"/>
                <a:stretch>
                  <a:fillRect l="-5696" r="-5696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de Seta Reta 49"/>
          <p:cNvCxnSpPr/>
          <p:nvPr/>
        </p:nvCxnSpPr>
        <p:spPr>
          <a:xfrm>
            <a:off x="1205412" y="1516785"/>
            <a:ext cx="503744" cy="158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/>
              <p:cNvSpPr txBox="1"/>
              <p:nvPr/>
            </p:nvSpPr>
            <p:spPr>
              <a:xfrm>
                <a:off x="3538973" y="4156829"/>
                <a:ext cx="721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𝐹𝑢𝑛𝑑𝑜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CaixaDeTexto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973" y="4156829"/>
                <a:ext cx="721608" cy="276999"/>
              </a:xfrm>
              <a:prstGeom prst="rect">
                <a:avLst/>
              </a:prstGeom>
              <a:blipFill>
                <a:blip r:embed="rId4"/>
                <a:stretch>
                  <a:fillRect l="-7627" r="-8475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ector de Seta Reta 52"/>
          <p:cNvCxnSpPr/>
          <p:nvPr/>
        </p:nvCxnSpPr>
        <p:spPr>
          <a:xfrm flipH="1" flipV="1">
            <a:off x="3493472" y="3562101"/>
            <a:ext cx="350638" cy="640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/>
              <p:cNvSpPr txBox="1"/>
              <p:nvPr/>
            </p:nvSpPr>
            <p:spPr>
              <a:xfrm>
                <a:off x="1332882" y="5143500"/>
                <a:ext cx="72968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𝑇𝑎𝑠𝑒𝑖𝑟𝑎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𝑓𝑢𝑛𝑑𝑜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𝑠𝑒𝑟𝑖𝑎𝑚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𝑖𝑚𝑝𝑟𝑒𝑠𝑠𝑜𝑠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𝑒𝑚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𝑢𝑚𝑎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𝑛𝑖𝑐𝑎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𝑓𝑜𝑟𝑚𝑎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CaixaDeTexto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82" y="5143500"/>
                <a:ext cx="7296806" cy="276999"/>
              </a:xfrm>
              <a:prstGeom prst="rect">
                <a:avLst/>
              </a:prstGeom>
              <a:blipFill>
                <a:blip r:embed="rId5"/>
                <a:stretch>
                  <a:fillRect t="-2222" r="-668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/>
              <p:cNvSpPr txBox="1"/>
              <p:nvPr/>
            </p:nvSpPr>
            <p:spPr>
              <a:xfrm>
                <a:off x="1332882" y="5483969"/>
                <a:ext cx="6075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𝑟𝑒𝑠𝑡𝑎𝑛𝑡𝑒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𝑐𝑎𝑖𝑥𝑎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𝑠𝑒𝑟𝑖𝑎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𝑖𝑚𝑝𝑟𝑒𝑠𝑠𝑎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𝑒𝑚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𝑜𝑢𝑡𝑟𝑎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𝑛𝑖𝑐𝑎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CaixaDeTexto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82" y="5483969"/>
                <a:ext cx="6075061" cy="276999"/>
              </a:xfrm>
              <a:prstGeom prst="rect">
                <a:avLst/>
              </a:prstGeom>
              <a:blipFill>
                <a:blip r:embed="rId6"/>
                <a:stretch>
                  <a:fillRect t="-4444" r="-502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Agrupar 2"/>
          <p:cNvGrpSpPr/>
          <p:nvPr/>
        </p:nvGrpSpPr>
        <p:grpSpPr>
          <a:xfrm>
            <a:off x="7778693" y="787913"/>
            <a:ext cx="2880000" cy="2520401"/>
            <a:chOff x="7764327" y="778854"/>
            <a:chExt cx="2880000" cy="2520401"/>
          </a:xfrm>
        </p:grpSpPr>
        <p:cxnSp>
          <p:nvCxnSpPr>
            <p:cNvPr id="45" name="Conector reto 44"/>
            <p:cNvCxnSpPr/>
            <p:nvPr/>
          </p:nvCxnSpPr>
          <p:spPr>
            <a:xfrm>
              <a:off x="7764327" y="3299255"/>
              <a:ext cx="28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764327" y="778854"/>
              <a:ext cx="0" cy="25204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Agrupar 16"/>
          <p:cNvGrpSpPr/>
          <p:nvPr/>
        </p:nvGrpSpPr>
        <p:grpSpPr>
          <a:xfrm>
            <a:off x="8259012" y="261410"/>
            <a:ext cx="2853126" cy="2669600"/>
            <a:chOff x="7793061" y="629655"/>
            <a:chExt cx="2853126" cy="2669600"/>
          </a:xfrm>
        </p:grpSpPr>
        <p:grpSp>
          <p:nvGrpSpPr>
            <p:cNvPr id="2" name="Agrupar 1"/>
            <p:cNvGrpSpPr/>
            <p:nvPr/>
          </p:nvGrpSpPr>
          <p:grpSpPr>
            <a:xfrm>
              <a:off x="8124528" y="629655"/>
              <a:ext cx="2521659" cy="2669600"/>
              <a:chOff x="8124528" y="629655"/>
              <a:chExt cx="2521659" cy="2669600"/>
            </a:xfrm>
          </p:grpSpPr>
          <p:cxnSp>
            <p:nvCxnSpPr>
              <p:cNvPr id="46" name="Conector reto 45"/>
              <p:cNvCxnSpPr/>
              <p:nvPr/>
            </p:nvCxnSpPr>
            <p:spPr>
              <a:xfrm>
                <a:off x="8484728" y="1499256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to 48"/>
              <p:cNvCxnSpPr/>
              <p:nvPr/>
            </p:nvCxnSpPr>
            <p:spPr>
              <a:xfrm rot="2700000">
                <a:off x="7615128" y="1139055"/>
                <a:ext cx="101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to 53"/>
              <p:cNvCxnSpPr/>
              <p:nvPr/>
            </p:nvCxnSpPr>
            <p:spPr>
              <a:xfrm>
                <a:off x="10646187" y="1499255"/>
                <a:ext cx="0" cy="1800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/>
            <p:cNvSpPr/>
            <p:nvPr/>
          </p:nvSpPr>
          <p:spPr>
            <a:xfrm>
              <a:off x="7793061" y="1516785"/>
              <a:ext cx="2851667" cy="178247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Triângulo Retângulo 15"/>
            <p:cNvSpPr/>
            <p:nvPr/>
          </p:nvSpPr>
          <p:spPr>
            <a:xfrm>
              <a:off x="7797822" y="823911"/>
              <a:ext cx="690209" cy="691200"/>
            </a:xfrm>
            <a:prstGeom prst="rtTriangl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/>
              <p:cNvSpPr txBox="1"/>
              <p:nvPr/>
            </p:nvSpPr>
            <p:spPr>
              <a:xfrm>
                <a:off x="6108799" y="1003797"/>
                <a:ext cx="965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𝑇𝑟𝑎𝑠𝑒𝑖𝑟𝑎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CaixaDeTexto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799" y="1003797"/>
                <a:ext cx="965841" cy="276999"/>
              </a:xfrm>
              <a:prstGeom prst="rect">
                <a:avLst/>
              </a:prstGeom>
              <a:blipFill>
                <a:blip r:embed="rId7"/>
                <a:stretch>
                  <a:fillRect l="-5660" r="-5031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de Seta Reta 57"/>
          <p:cNvCxnSpPr/>
          <p:nvPr/>
        </p:nvCxnSpPr>
        <p:spPr>
          <a:xfrm>
            <a:off x="7205481" y="1329342"/>
            <a:ext cx="503744" cy="158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/>
              <p:cNvSpPr txBox="1"/>
              <p:nvPr/>
            </p:nvSpPr>
            <p:spPr>
              <a:xfrm>
                <a:off x="9539042" y="3969386"/>
                <a:ext cx="721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𝐹𝑢𝑛𝑑𝑜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CaixaDeTexto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042" y="3969386"/>
                <a:ext cx="721608" cy="276999"/>
              </a:xfrm>
              <a:prstGeom prst="rect">
                <a:avLst/>
              </a:prstGeom>
              <a:blipFill>
                <a:blip r:embed="rId8"/>
                <a:stretch>
                  <a:fillRect l="-7627" r="-8475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Conector de Seta Reta 59"/>
          <p:cNvCxnSpPr/>
          <p:nvPr/>
        </p:nvCxnSpPr>
        <p:spPr>
          <a:xfrm flipH="1" flipV="1">
            <a:off x="9493541" y="3374658"/>
            <a:ext cx="350638" cy="640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/>
              <p:cNvSpPr txBox="1"/>
              <p:nvPr/>
            </p:nvSpPr>
            <p:spPr>
              <a:xfrm>
                <a:off x="9547758" y="615818"/>
                <a:ext cx="19191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𝑅𝑒𝑠𝑡𝑎𝑛𝑡𝑒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𝑐𝑎𝑖𝑥𝑎</m:t>
                      </m:r>
                    </m:oMath>
                  </m:oMathPara>
                </a14:m>
                <a:endParaRPr lang="pt-BR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1" name="CaixaDeTexto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758" y="615818"/>
                <a:ext cx="1919115" cy="276999"/>
              </a:xfrm>
              <a:prstGeom prst="rect">
                <a:avLst/>
              </a:prstGeom>
              <a:blipFill>
                <a:blip r:embed="rId9"/>
                <a:stretch>
                  <a:fillRect l="-2222" r="-2222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ector de Seta Reta 61"/>
          <p:cNvCxnSpPr/>
          <p:nvPr/>
        </p:nvCxnSpPr>
        <p:spPr>
          <a:xfrm flipH="1">
            <a:off x="9084612" y="777718"/>
            <a:ext cx="454430" cy="17595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160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161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/>
          <p:nvPr/>
        </p:nvCxnSpPr>
        <p:spPr>
          <a:xfrm>
            <a:off x="-76200" y="7041570"/>
            <a:ext cx="13243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197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447800" y="6673270"/>
            <a:ext cx="11719559" cy="248988"/>
          </a:xfrm>
          <a:prstGeom prst="rect">
            <a:avLst/>
          </a:prstGeom>
          <a:noFill/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233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269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305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341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377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413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/>
          <p:cNvSpPr/>
          <p:nvPr/>
        </p:nvSpPr>
        <p:spPr>
          <a:xfrm>
            <a:off x="449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485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521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557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/>
          <p:cNvSpPr/>
          <p:nvPr/>
        </p:nvSpPr>
        <p:spPr>
          <a:xfrm>
            <a:off x="593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/>
          <p:cNvSpPr/>
          <p:nvPr/>
        </p:nvSpPr>
        <p:spPr>
          <a:xfrm>
            <a:off x="629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665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7011449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/>
          <p:cNvSpPr/>
          <p:nvPr/>
        </p:nvSpPr>
        <p:spPr>
          <a:xfrm>
            <a:off x="738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774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810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846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882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918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954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990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10269404" y="6861570"/>
            <a:ext cx="180000" cy="1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10629404" y="6861570"/>
            <a:ext cx="180000" cy="18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10989404" y="686157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/>
          <p:cNvSpPr/>
          <p:nvPr/>
        </p:nvSpPr>
        <p:spPr>
          <a:xfrm>
            <a:off x="11349404" y="686157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11709404" y="686157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Elipse 46"/>
          <p:cNvSpPr/>
          <p:nvPr/>
        </p:nvSpPr>
        <p:spPr>
          <a:xfrm>
            <a:off x="12069404" y="686157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/>
          <p:cNvSpPr/>
          <p:nvPr/>
        </p:nvSpPr>
        <p:spPr>
          <a:xfrm>
            <a:off x="12429404" y="686157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/>
          <p:cNvSpPr/>
          <p:nvPr/>
        </p:nvSpPr>
        <p:spPr>
          <a:xfrm>
            <a:off x="12789404" y="6861570"/>
            <a:ext cx="180000" cy="1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/>
          <p:cNvGrpSpPr/>
          <p:nvPr/>
        </p:nvGrpSpPr>
        <p:grpSpPr>
          <a:xfrm>
            <a:off x="3847649" y="1673268"/>
            <a:ext cx="4818907" cy="4229101"/>
            <a:chOff x="3847649" y="1673268"/>
            <a:chExt cx="4818907" cy="4229101"/>
          </a:xfrm>
        </p:grpSpPr>
        <p:sp>
          <p:nvSpPr>
            <p:cNvPr id="50" name="Retângulo 49"/>
            <p:cNvSpPr/>
            <p:nvPr/>
          </p:nvSpPr>
          <p:spPr>
            <a:xfrm>
              <a:off x="3847649" y="4645998"/>
              <a:ext cx="2991393" cy="12563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Triângulo Retângulo 50"/>
            <p:cNvSpPr/>
            <p:nvPr/>
          </p:nvSpPr>
          <p:spPr>
            <a:xfrm>
              <a:off x="3858840" y="3937763"/>
              <a:ext cx="720000" cy="720000"/>
            </a:xfrm>
            <a:prstGeom prst="rt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5" name="Conector reto 54"/>
            <p:cNvCxnSpPr>
              <a:stCxn id="51" idx="0"/>
            </p:cNvCxnSpPr>
            <p:nvPr/>
          </p:nvCxnSpPr>
          <p:spPr>
            <a:xfrm flipV="1">
              <a:off x="3858840" y="1673268"/>
              <a:ext cx="2282578" cy="22644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 flipV="1">
              <a:off x="4572457" y="2390814"/>
              <a:ext cx="2266950" cy="22669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/>
            <p:cNvCxnSpPr/>
            <p:nvPr/>
          </p:nvCxnSpPr>
          <p:spPr>
            <a:xfrm flipV="1">
              <a:off x="6849503" y="2462755"/>
              <a:ext cx="1811615" cy="21832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to 57"/>
            <p:cNvCxnSpPr/>
            <p:nvPr/>
          </p:nvCxnSpPr>
          <p:spPr>
            <a:xfrm flipV="1">
              <a:off x="6865769" y="3579070"/>
              <a:ext cx="1800787" cy="22565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/>
            <p:cNvCxnSpPr/>
            <p:nvPr/>
          </p:nvCxnSpPr>
          <p:spPr>
            <a:xfrm>
              <a:off x="6141418" y="1686949"/>
              <a:ext cx="697624" cy="7038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/>
            <p:cNvCxnSpPr/>
            <p:nvPr/>
          </p:nvCxnSpPr>
          <p:spPr>
            <a:xfrm>
              <a:off x="6829461" y="2391626"/>
              <a:ext cx="1831657" cy="705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to 70"/>
            <p:cNvCxnSpPr/>
            <p:nvPr/>
          </p:nvCxnSpPr>
          <p:spPr>
            <a:xfrm>
              <a:off x="8661118" y="2462188"/>
              <a:ext cx="0" cy="11168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Elipse 87"/>
            <p:cNvSpPr/>
            <p:nvPr/>
          </p:nvSpPr>
          <p:spPr>
            <a:xfrm rot="18932940">
              <a:off x="4273335" y="4044176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Elipse 88"/>
            <p:cNvSpPr/>
            <p:nvPr/>
          </p:nvSpPr>
          <p:spPr>
            <a:xfrm rot="18932940">
              <a:off x="4530320" y="3792068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Elipse 89"/>
            <p:cNvSpPr/>
            <p:nvPr/>
          </p:nvSpPr>
          <p:spPr>
            <a:xfrm rot="18932940">
              <a:off x="4787306" y="3539961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Elipse 90"/>
            <p:cNvSpPr/>
            <p:nvPr/>
          </p:nvSpPr>
          <p:spPr>
            <a:xfrm rot="18932940">
              <a:off x="5044292" y="3287853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Elipse 91"/>
            <p:cNvSpPr/>
            <p:nvPr/>
          </p:nvSpPr>
          <p:spPr>
            <a:xfrm rot="18932940">
              <a:off x="5301278" y="3035745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Elipse 92"/>
            <p:cNvSpPr/>
            <p:nvPr/>
          </p:nvSpPr>
          <p:spPr>
            <a:xfrm rot="18932940">
              <a:off x="5558264" y="2783638"/>
              <a:ext cx="180000" cy="18000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Elipse 93"/>
            <p:cNvSpPr/>
            <p:nvPr/>
          </p:nvSpPr>
          <p:spPr>
            <a:xfrm rot="18932940">
              <a:off x="5815250" y="2531530"/>
              <a:ext cx="180000" cy="1800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Elipse 94"/>
            <p:cNvSpPr/>
            <p:nvPr/>
          </p:nvSpPr>
          <p:spPr>
            <a:xfrm rot="18932940">
              <a:off x="6072236" y="2279422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Elipse 95"/>
            <p:cNvSpPr/>
            <p:nvPr/>
          </p:nvSpPr>
          <p:spPr>
            <a:xfrm rot="18932940">
              <a:off x="6329221" y="2027315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" name="Elipse 102"/>
            <p:cNvSpPr/>
            <p:nvPr/>
          </p:nvSpPr>
          <p:spPr>
            <a:xfrm>
              <a:off x="6603205" y="3358866"/>
              <a:ext cx="465869" cy="2521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" name="Elipse 105"/>
            <p:cNvSpPr/>
            <p:nvPr/>
          </p:nvSpPr>
          <p:spPr>
            <a:xfrm>
              <a:off x="6111449" y="4203887"/>
              <a:ext cx="270000" cy="1272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" name="Paralelogramo 106"/>
            <p:cNvSpPr/>
            <p:nvPr/>
          </p:nvSpPr>
          <p:spPr>
            <a:xfrm rot="10979774">
              <a:off x="5109554" y="3957567"/>
              <a:ext cx="770958" cy="619914"/>
            </a:xfrm>
            <a:prstGeom prst="parallelogram">
              <a:avLst>
                <a:gd name="adj" fmla="val 6295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CaixaDeTexto 107"/>
                <p:cNvSpPr txBox="1"/>
                <p:nvPr/>
              </p:nvSpPr>
              <p:spPr>
                <a:xfrm rot="18044139">
                  <a:off x="5279174" y="4122048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𝐿𝐶𝐷</m:t>
                        </m:r>
                      </m:oMath>
                    </m:oMathPara>
                  </a14:m>
                  <a:endParaRPr lang="pt-BR" b="0" dirty="0" smtClean="0"/>
                </a:p>
              </p:txBody>
            </p:sp>
          </mc:Choice>
          <mc:Fallback xmlns="">
            <p:sp>
              <p:nvSpPr>
                <p:cNvPr id="108" name="CaixaDeTexto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044139">
                  <a:off x="5279174" y="4122048"/>
                  <a:ext cx="481222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469" t="-6522" r="-7407" b="-869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aixaDeTexto 108"/>
                <p:cNvSpPr txBox="1"/>
                <p:nvPr/>
              </p:nvSpPr>
              <p:spPr>
                <a:xfrm rot="20824730">
                  <a:off x="6083598" y="4214726"/>
                  <a:ext cx="92038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𝐸𝑛𝑐𝑜𝑑𝑒𝑟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9" name="CaixaDeTexto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824730">
                  <a:off x="6083598" y="4214726"/>
                  <a:ext cx="92038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031" t="-1266" r="-5660" b="-632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CaixaDeTexto 109"/>
                <p:cNvSpPr txBox="1"/>
                <p:nvPr/>
              </p:nvSpPr>
              <p:spPr>
                <a:xfrm rot="17532091">
                  <a:off x="6913799" y="3220365"/>
                  <a:ext cx="6606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𝐵𝑜𝑡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ã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0" name="CaixaDeTexto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532091">
                  <a:off x="6913799" y="3220365"/>
                  <a:ext cx="660694" cy="276999"/>
                </a:xfrm>
                <a:prstGeom prst="rect">
                  <a:avLst/>
                </a:prstGeom>
                <a:blipFill>
                  <a:blip r:embed="rId4"/>
                  <a:stretch>
                    <a:fillRect t="-5932" r="-7143" b="-762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92303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130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Ruy Santiago Neto</dc:creator>
  <cp:lastModifiedBy>Ruy Santiago Neto</cp:lastModifiedBy>
  <cp:revision>33</cp:revision>
  <dcterms:created xsi:type="dcterms:W3CDTF">2026-02-04T00:56:41Z</dcterms:created>
  <dcterms:modified xsi:type="dcterms:W3CDTF">2026-02-22T20:21:18Z</dcterms:modified>
</cp:coreProperties>
</file>